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Text 4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Text 34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35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781544" y="2395728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authorised suppliers.</a:t>
            </a:r>
          </a:p>
        </p:txBody>
      </p:sp>
      <p:sp>
        <p:nvSpPr>
          <p:cNvPr id="32" name="Rectangle 9"/>
          <p:cNvSpPr>
            <a:spLocks noGrp="1"/>
          </p:cNvSpPr>
          <p:nvPr/>
        </p:nvSpPr>
        <p:spPr>
          <a:xfrm>
            <a:off x="8028432" y="2724912"/>
            <a:ext cx="36118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81544" y="2798064"/>
            <a:ext cx="128016" cy="128016"/>
          </a:xfrm>
          <a:prstGeom prst="roundRect">
            <a:avLst>
              <a:gd name="adj" fmla="val 14285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2" name="Text 52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3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Text 46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7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3" name="Text 63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64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</cp:revision>
  <dcterms:created xsi:type="dcterms:W3CDTF">2026-10-13T08:41:00Z</dcterms:created>
  <dcterms:modified xsi:type="dcterms:W3CDTF">2026-10-13T09:47:43Z</dcterms:modified>
</cp:coreProperties>
</file>