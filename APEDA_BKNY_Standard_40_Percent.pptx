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  <a:r>
              <a:rPr sz="120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  <a:r>
              <a:rPr sz="1050" b="0" dirty="0" err="1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