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pPr>
            <a:r>
              <a:rPr sz="2200" b="1">
                <a:solidFill>
                  <a:srgbClr val="2D8651"/>
                </a:solidFill>
                <a:latin typeface="Cambria"/>
                <a:ea typeface="Cambria"/>
                <a:cs typeface="Cambria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pPr>
            <a:r>
              <a:rPr sz="1700" b="0" i="1">
                <a:solidFill>
                  <a:srgbClr val="223529"/>
                </a:solidFill>
                <a:latin typeface="Cambria"/>
                <a:ea typeface="Cambria"/>
                <a:cs typeface="Cambria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  <a:r>
              <a:rPr sz="1200" b="0" dirty="0" err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dirty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  <a:r>
              <a:rPr sz="1050" b="0" dirty="0" err="1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050" b="0" dirty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equipment excludes consumables, glassware, computers, general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124831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124831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105789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Infrastructure grants: 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4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2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2923</Words>
  <Application>Microsoft Office PowerPoint</Application>
  <DocSecurity>0</DocSecurity>
  <PresentationFormat>Widescreen</PresentationFormat>
  <Paragraphs>266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4</cp:revision>
  <dcterms:created xsi:type="dcterms:W3CDTF">2026-10-13T08:41:00Z</dcterms:created>
  <dcterms:modified xsi:type="dcterms:W3CDTF">2026-10-13T10:31:50Z</dcterms:modified>
</cp:coreProperties>
</file>