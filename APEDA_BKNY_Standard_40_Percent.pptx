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20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20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8101584" y="2834640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</a:t>
            </a:r>
            <a:r>
              <a:rPr sz="125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>authorised</a:t>
            </a: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 suppliers.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