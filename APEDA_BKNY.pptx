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1" r:id="rId2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44000" b="47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Terms used in this presentation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Approvals and paperwork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48640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IPA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In-Principle Approval from APEDA before work starts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8640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48640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RCMC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45920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 Registration-cum-Membership Certificate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548640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Detailed Project Report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BOQ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Bill of Quantities for civil work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48640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CLU / NOC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45920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Change of Land Use / No Objection Certificate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48640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548640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20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Bank Guarantee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8640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548640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CA / UDIN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Accountant certificate with its unique document number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8640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548640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O&amp;M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45920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Operation and maintenance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3024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equipment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383024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4383024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FSMS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0304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Food Safety Management System, e.g. HACCP, ISO 22000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383024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4383024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NABL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0304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Accreditation body for testing labs (ISO 17025)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383024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4383024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SPS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0304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Sanitary and phytosanitary (food and plant-health) rules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3024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4383024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IQF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0304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Individually Quick Frozen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383024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4383024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OEM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0304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Original Equipment Manufacturer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4383024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383024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80304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Standard Operating Procedure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383024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4383024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0304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Engineer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83024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8" name="TextBox 97"/>
          <p:cNvSpPr txBox="1"/>
          <p:nvPr/>
        </p:nvSpPr>
        <p:spPr>
          <a:xfrm>
            <a:off x="4383024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NCCD / MIDH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80304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cold-chain and horticulture technical norms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177284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8217408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Groups and programmes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217408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103" name="TextBox 102"/>
          <p:cNvSpPr txBox="1"/>
          <p:nvPr/>
        </p:nvSpPr>
        <p:spPr>
          <a:xfrm>
            <a:off x="8217408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FPO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14688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Farmer Producer Organisation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217408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6" name="TextBox 105"/>
          <p:cNvSpPr txBox="1"/>
          <p:nvPr/>
        </p:nvSpPr>
        <p:spPr>
          <a:xfrm>
            <a:off x="8217408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PACS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14688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Primary Agricultural Co-operative Credit Society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217408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8217408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NPOP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4688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Programme for Organic Production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17408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17408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DPIIT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14688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Govt department that certifies startups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217408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5" name="TextBox 114"/>
          <p:cNvSpPr txBox="1"/>
          <p:nvPr/>
        </p:nvSpPr>
        <p:spPr>
          <a:xfrm>
            <a:off x="8217408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BHARATI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14688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APEDA's agri-food startup programme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217408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8" name="TextBox 117"/>
          <p:cNvSpPr txBox="1"/>
          <p:nvPr/>
        </p:nvSpPr>
        <p:spPr>
          <a:xfrm>
            <a:off x="8217408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14688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Geographical Indication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8217408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1" name="TextBox 120"/>
          <p:cNvSpPr txBox="1"/>
          <p:nvPr/>
        </p:nvSpPr>
        <p:spPr>
          <a:xfrm>
            <a:off x="8217408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ODOP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14688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One District One Product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8217408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4" name="TextBox 123"/>
          <p:cNvSpPr txBox="1"/>
          <p:nvPr/>
        </p:nvSpPr>
        <p:spPr>
          <a:xfrm>
            <a:off x="8217408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ToT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14688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Training of Trainers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11668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 ·  75%*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 ·  75%*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 ·  75%*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 ·  75%*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3281</Words>
  <Application>Microsoft Office PowerPoint</Application>
  <DocSecurity>0</DocSecurity>
  <PresentationFormat>Widescreen</PresentationFormat>
  <Paragraphs>306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8</cp:revision>
  <dcterms:created xsi:type="dcterms:W3CDTF">2026-10-13T08:41:00Z</dcterms:created>
  <dcterms:modified xsi:type="dcterms:W3CDTF">2026-10-13T11:18:02Z</dcterms:modified>
</cp:coreProperties>
</file>