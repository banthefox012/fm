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 Public common facilities use a separate route (slide 7).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and NABL ISO 17025 accreditation.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124831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124831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105789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20624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16752"/>
            <a:ext cx="11091672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New common facility  </a:t>
            </a:r>
            <a:r>
              <a:rPr sz="1600" b="0" i="0">
                <a:solidFill>
                  <a:srgbClr val="2D8651"/>
                </a:solidFill>
                <a:latin typeface="Arial"/>
              </a:rPr>
              <a:t>1(e)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Upgrade of 1(e) facilities  </a:t>
            </a:r>
            <a:r>
              <a:rPr sz="1600" b="0" i="0">
                <a:solidFill>
                  <a:srgbClr val="2D8651"/>
                </a:solidFill>
                <a:latin typeface="Arial"/>
              </a:rPr>
              <a:t>1(f)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2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2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2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2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2998</Words>
  <Application>Microsoft Office PowerPoint</Application>
  <DocSecurity>0</DocSecurity>
  <PresentationFormat>Widescreen</PresentationFormat>
  <Paragraphs>269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5</cp:revision>
  <dcterms:created xsi:type="dcterms:W3CDTF">2026-10-13T08:41:00Z</dcterms:created>
  <dcterms:modified xsi:type="dcterms:W3CDTF">2026-10-13T11:00:48Z</dcterms:modified>
</cp:coreProperties>
</file>