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1" r:id="rId22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rPr dirty="0"/>
              <a:t>Cold storage is part of integrated facilities, not an additional independent cap. Combined ceiling ₹300 lakh for 1(a)–1(d). Merchant exporter vehicle limit 2 per plan, manufacturer 5. Missing-gap line already established (manual facilities needing </a:t>
            </a:r>
            <a:r>
              <a:rPr dirty="0" err="1"/>
              <a:t>mechanisation</a:t>
            </a:r>
            <a:r>
              <a:rPr dirty="0"/>
              <a:t>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360000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reeform 25"/>
          <p:cNvSpPr/>
          <p:nvPr/>
        </p:nvSpPr>
        <p:spPr>
          <a:xfrm>
            <a:off x="4160520" y="6077620"/>
            <a:ext cx="7973568" cy="825072"/>
          </a:xfrm>
          <a:custGeom>
            <a:avLst/>
            <a:gdLst/>
            <a:ahLst/>
            <a:cxnLst/>
            <a:rect l="l" t="t" r="r" b="b"/>
            <a:pathLst>
              <a:path w="7973568" h="825072">
                <a:moveTo>
                  <a:pt x="0" y="357142"/>
                </a:moveTo>
                <a:lnTo>
                  <a:pt x="73152" y="315530"/>
                </a:lnTo>
                <a:lnTo>
                  <a:pt x="146304" y="274338"/>
                </a:lnTo>
                <a:lnTo>
                  <a:pt x="219456" y="234200"/>
                </a:lnTo>
                <a:lnTo>
                  <a:pt x="292608" y="195732"/>
                </a:lnTo>
                <a:lnTo>
                  <a:pt x="365760" y="159518"/>
                </a:lnTo>
                <a:lnTo>
                  <a:pt x="438912" y="126096"/>
                </a:lnTo>
                <a:lnTo>
                  <a:pt x="512064" y="95945"/>
                </a:lnTo>
                <a:lnTo>
                  <a:pt x="585216" y="69471"/>
                </a:lnTo>
                <a:lnTo>
                  <a:pt x="658368" y="47003"/>
                </a:lnTo>
                <a:lnTo>
                  <a:pt x="731520" y="28784"/>
                </a:lnTo>
                <a:lnTo>
                  <a:pt x="804672" y="14964"/>
                </a:lnTo>
                <a:lnTo>
                  <a:pt x="877824" y="5600"/>
                </a:lnTo>
                <a:lnTo>
                  <a:pt x="950976" y="654"/>
                </a:lnTo>
                <a:lnTo>
                  <a:pt x="1024128" y="0"/>
                </a:lnTo>
                <a:lnTo>
                  <a:pt x="1097280" y="3424"/>
                </a:lnTo>
                <a:lnTo>
                  <a:pt x="1170432" y="10633"/>
                </a:lnTo>
                <a:lnTo>
                  <a:pt x="1243584" y="21266"/>
                </a:lnTo>
                <a:lnTo>
                  <a:pt x="1316736" y="34901"/>
                </a:lnTo>
                <a:lnTo>
                  <a:pt x="1389888" y="51073"/>
                </a:lnTo>
                <a:lnTo>
                  <a:pt x="1463040" y="69281"/>
                </a:lnTo>
                <a:lnTo>
                  <a:pt x="1536192" y="89010"/>
                </a:lnTo>
                <a:lnTo>
                  <a:pt x="1609344" y="109737"/>
                </a:lnTo>
                <a:lnTo>
                  <a:pt x="1682496" y="130953"/>
                </a:lnTo>
                <a:lnTo>
                  <a:pt x="1755648" y="152173"/>
                </a:lnTo>
                <a:lnTo>
                  <a:pt x="1828800" y="172950"/>
                </a:lnTo>
                <a:lnTo>
                  <a:pt x="1901952" y="192885"/>
                </a:lnTo>
                <a:lnTo>
                  <a:pt x="1975104" y="211642"/>
                </a:lnTo>
                <a:lnTo>
                  <a:pt x="2048256" y="228951"/>
                </a:lnTo>
                <a:lnTo>
                  <a:pt x="2121408" y="244617"/>
                </a:lnTo>
                <a:lnTo>
                  <a:pt x="2194560" y="258525"/>
                </a:lnTo>
                <a:lnTo>
                  <a:pt x="2267712" y="270639"/>
                </a:lnTo>
                <a:lnTo>
                  <a:pt x="2340864" y="281000"/>
                </a:lnTo>
                <a:lnTo>
                  <a:pt x="2414016" y="289730"/>
                </a:lnTo>
                <a:lnTo>
                  <a:pt x="2487168" y="297017"/>
                </a:lnTo>
                <a:lnTo>
                  <a:pt x="2560320" y="303115"/>
                </a:lnTo>
                <a:lnTo>
                  <a:pt x="2633472" y="308329"/>
                </a:lnTo>
                <a:lnTo>
                  <a:pt x="2706624" y="313009"/>
                </a:lnTo>
                <a:lnTo>
                  <a:pt x="2779776" y="317533"/>
                </a:lnTo>
                <a:lnTo>
                  <a:pt x="2852928" y="322296"/>
                </a:lnTo>
                <a:lnTo>
                  <a:pt x="2926080" y="327697"/>
                </a:lnTo>
                <a:lnTo>
                  <a:pt x="2999232" y="334123"/>
                </a:lnTo>
                <a:lnTo>
                  <a:pt x="3072384" y="341936"/>
                </a:lnTo>
                <a:lnTo>
                  <a:pt x="3145536" y="351461"/>
                </a:lnTo>
                <a:lnTo>
                  <a:pt x="3218688" y="362972"/>
                </a:lnTo>
                <a:lnTo>
                  <a:pt x="3291840" y="376683"/>
                </a:lnTo>
                <a:lnTo>
                  <a:pt x="3364992" y="392740"/>
                </a:lnTo>
                <a:lnTo>
                  <a:pt x="3438144" y="411212"/>
                </a:lnTo>
                <a:lnTo>
                  <a:pt x="3511296" y="432087"/>
                </a:lnTo>
                <a:lnTo>
                  <a:pt x="3584448" y="455270"/>
                </a:lnTo>
                <a:lnTo>
                  <a:pt x="3657600" y="480585"/>
                </a:lnTo>
                <a:lnTo>
                  <a:pt x="3730752" y="507774"/>
                </a:lnTo>
                <a:lnTo>
                  <a:pt x="3803904" y="536504"/>
                </a:lnTo>
                <a:lnTo>
                  <a:pt x="3877056" y="566373"/>
                </a:lnTo>
                <a:lnTo>
                  <a:pt x="3950208" y="596921"/>
                </a:lnTo>
                <a:lnTo>
                  <a:pt x="4023360" y="627639"/>
                </a:lnTo>
                <a:lnTo>
                  <a:pt x="4096512" y="657983"/>
                </a:lnTo>
                <a:lnTo>
                  <a:pt x="4169664" y="687387"/>
                </a:lnTo>
                <a:lnTo>
                  <a:pt x="4242816" y="715277"/>
                </a:lnTo>
                <a:lnTo>
                  <a:pt x="4315968" y="741087"/>
                </a:lnTo>
                <a:lnTo>
                  <a:pt x="4389120" y="764273"/>
                </a:lnTo>
                <a:lnTo>
                  <a:pt x="4462272" y="784328"/>
                </a:lnTo>
                <a:lnTo>
                  <a:pt x="4535424" y="800792"/>
                </a:lnTo>
                <a:lnTo>
                  <a:pt x="4608576" y="813272"/>
                </a:lnTo>
                <a:lnTo>
                  <a:pt x="4681728" y="821445"/>
                </a:lnTo>
                <a:lnTo>
                  <a:pt x="4754880" y="825072"/>
                </a:lnTo>
                <a:lnTo>
                  <a:pt x="4828032" y="824000"/>
                </a:lnTo>
                <a:lnTo>
                  <a:pt x="4901184" y="818174"/>
                </a:lnTo>
                <a:lnTo>
                  <a:pt x="4974336" y="807630"/>
                </a:lnTo>
                <a:lnTo>
                  <a:pt x="5047488" y="792501"/>
                </a:lnTo>
                <a:lnTo>
                  <a:pt x="5120640" y="773012"/>
                </a:lnTo>
                <a:lnTo>
                  <a:pt x="5193792" y="749476"/>
                </a:lnTo>
                <a:lnTo>
                  <a:pt x="5266944" y="722283"/>
                </a:lnTo>
                <a:lnTo>
                  <a:pt x="5340096" y="691895"/>
                </a:lnTo>
                <a:lnTo>
                  <a:pt x="5413248" y="658831"/>
                </a:lnTo>
                <a:lnTo>
                  <a:pt x="5486400" y="623655"/>
                </a:lnTo>
                <a:lnTo>
                  <a:pt x="5559552" y="586964"/>
                </a:lnTo>
                <a:lnTo>
                  <a:pt x="5632704" y="549370"/>
                </a:lnTo>
                <a:lnTo>
                  <a:pt x="5705856" y="511488"/>
                </a:lnTo>
                <a:lnTo>
                  <a:pt x="5779008" y="473919"/>
                </a:lnTo>
                <a:lnTo>
                  <a:pt x="5852160" y="437236"/>
                </a:lnTo>
                <a:lnTo>
                  <a:pt x="5925312" y="401970"/>
                </a:lnTo>
                <a:lnTo>
                  <a:pt x="5998464" y="368600"/>
                </a:lnTo>
                <a:lnTo>
                  <a:pt x="6071616" y="337539"/>
                </a:lnTo>
                <a:lnTo>
                  <a:pt x="6144768" y="309125"/>
                </a:lnTo>
                <a:lnTo>
                  <a:pt x="6217920" y="283618"/>
                </a:lnTo>
                <a:lnTo>
                  <a:pt x="6291072" y="261192"/>
                </a:lnTo>
                <a:lnTo>
                  <a:pt x="6364224" y="241935"/>
                </a:lnTo>
                <a:lnTo>
                  <a:pt x="6437376" y="225847"/>
                </a:lnTo>
                <a:lnTo>
                  <a:pt x="6510528" y="212845"/>
                </a:lnTo>
                <a:lnTo>
                  <a:pt x="6583680" y="202767"/>
                </a:lnTo>
                <a:lnTo>
                  <a:pt x="6656832" y="195381"/>
                </a:lnTo>
                <a:lnTo>
                  <a:pt x="6729984" y="190390"/>
                </a:lnTo>
                <a:lnTo>
                  <a:pt x="6803136" y="187448"/>
                </a:lnTo>
                <a:lnTo>
                  <a:pt x="6876288" y="186170"/>
                </a:lnTo>
                <a:lnTo>
                  <a:pt x="6949440" y="186145"/>
                </a:lnTo>
                <a:lnTo>
                  <a:pt x="7022592" y="186949"/>
                </a:lnTo>
                <a:lnTo>
                  <a:pt x="7095744" y="188163"/>
                </a:lnTo>
                <a:lnTo>
                  <a:pt x="7168896" y="189381"/>
                </a:lnTo>
                <a:lnTo>
                  <a:pt x="7242048" y="190230"/>
                </a:lnTo>
                <a:lnTo>
                  <a:pt x="7315200" y="190376"/>
                </a:lnTo>
                <a:lnTo>
                  <a:pt x="7388352" y="189539"/>
                </a:lnTo>
                <a:lnTo>
                  <a:pt x="7461504" y="187501"/>
                </a:lnTo>
                <a:lnTo>
                  <a:pt x="7534656" y="184114"/>
                </a:lnTo>
                <a:lnTo>
                  <a:pt x="7607808" y="179304"/>
                </a:lnTo>
                <a:lnTo>
                  <a:pt x="7680960" y="173075"/>
                </a:lnTo>
                <a:lnTo>
                  <a:pt x="7754112" y="165510"/>
                </a:lnTo>
                <a:lnTo>
                  <a:pt x="7827264" y="156768"/>
                </a:lnTo>
                <a:lnTo>
                  <a:pt x="7900416" y="147080"/>
                </a:lnTo>
                <a:lnTo>
                  <a:pt x="7973568" y="136742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4160520" y="6106194"/>
            <a:ext cx="7973568" cy="757745"/>
          </a:xfrm>
          <a:custGeom>
            <a:avLst/>
            <a:gdLst/>
            <a:ahLst/>
            <a:cxnLst/>
            <a:rect l="l" t="t" r="r" b="b"/>
            <a:pathLst>
              <a:path w="7973568" h="757745">
                <a:moveTo>
                  <a:pt x="0" y="344015"/>
                </a:moveTo>
                <a:lnTo>
                  <a:pt x="73152" y="302898"/>
                </a:lnTo>
                <a:lnTo>
                  <a:pt x="146304" y="262502"/>
                </a:lnTo>
                <a:lnTo>
                  <a:pt x="219456" y="223438"/>
                </a:lnTo>
                <a:lnTo>
                  <a:pt x="292608" y="186283"/>
                </a:lnTo>
                <a:lnTo>
                  <a:pt x="365760" y="151567"/>
                </a:lnTo>
                <a:lnTo>
                  <a:pt x="438912" y="119759"/>
                </a:lnTo>
                <a:lnTo>
                  <a:pt x="512064" y="91258"/>
                </a:lnTo>
                <a:lnTo>
                  <a:pt x="585216" y="66382"/>
                </a:lnTo>
                <a:lnTo>
                  <a:pt x="658368" y="45365"/>
                </a:lnTo>
                <a:lnTo>
                  <a:pt x="731520" y="28351"/>
                </a:lnTo>
                <a:lnTo>
                  <a:pt x="804672" y="15389"/>
                </a:lnTo>
                <a:lnTo>
                  <a:pt x="877824" y="6443"/>
                </a:lnTo>
                <a:lnTo>
                  <a:pt x="950976" y="1383"/>
                </a:lnTo>
                <a:lnTo>
                  <a:pt x="1024128" y="0"/>
                </a:lnTo>
                <a:lnTo>
                  <a:pt x="1097280" y="2011"/>
                </a:lnTo>
                <a:lnTo>
                  <a:pt x="1170432" y="7067"/>
                </a:lnTo>
                <a:lnTo>
                  <a:pt x="1243584" y="14766"/>
                </a:lnTo>
                <a:lnTo>
                  <a:pt x="1316736" y="24664"/>
                </a:lnTo>
                <a:lnTo>
                  <a:pt x="1389888" y="36292"/>
                </a:lnTo>
                <a:lnTo>
                  <a:pt x="1463040" y="49166"/>
                </a:lnTo>
                <a:lnTo>
                  <a:pt x="1536192" y="62804"/>
                </a:lnTo>
                <a:lnTo>
                  <a:pt x="1609344" y="76741"/>
                </a:lnTo>
                <a:lnTo>
                  <a:pt x="1682496" y="90540"/>
                </a:lnTo>
                <a:lnTo>
                  <a:pt x="1755648" y="103806"/>
                </a:lnTo>
                <a:lnTo>
                  <a:pt x="1828800" y="116196"/>
                </a:lnTo>
                <a:lnTo>
                  <a:pt x="1901952" y="127431"/>
                </a:lnTo>
                <a:lnTo>
                  <a:pt x="1975104" y="137301"/>
                </a:lnTo>
                <a:lnTo>
                  <a:pt x="2048256" y="145671"/>
                </a:lnTo>
                <a:lnTo>
                  <a:pt x="2121408" y="152485"/>
                </a:lnTo>
                <a:lnTo>
                  <a:pt x="2194560" y="157765"/>
                </a:lnTo>
                <a:lnTo>
                  <a:pt x="2267712" y="161611"/>
                </a:lnTo>
                <a:lnTo>
                  <a:pt x="2340864" y="164196"/>
                </a:lnTo>
                <a:lnTo>
                  <a:pt x="2414016" y="165760"/>
                </a:lnTo>
                <a:lnTo>
                  <a:pt x="2487168" y="166600"/>
                </a:lnTo>
                <a:lnTo>
                  <a:pt x="2560320" y="167063"/>
                </a:lnTo>
                <a:lnTo>
                  <a:pt x="2633472" y="167533"/>
                </a:lnTo>
                <a:lnTo>
                  <a:pt x="2706624" y="168414"/>
                </a:lnTo>
                <a:lnTo>
                  <a:pt x="2779776" y="170125"/>
                </a:lnTo>
                <a:lnTo>
                  <a:pt x="2852928" y="173078"/>
                </a:lnTo>
                <a:lnTo>
                  <a:pt x="2926080" y="177669"/>
                </a:lnTo>
                <a:lnTo>
                  <a:pt x="2999232" y="184260"/>
                </a:lnTo>
                <a:lnTo>
                  <a:pt x="3072384" y="193171"/>
                </a:lnTo>
                <a:lnTo>
                  <a:pt x="3145536" y="204664"/>
                </a:lnTo>
                <a:lnTo>
                  <a:pt x="3218688" y="218938"/>
                </a:lnTo>
                <a:lnTo>
                  <a:pt x="3291840" y="236116"/>
                </a:lnTo>
                <a:lnTo>
                  <a:pt x="3364992" y="256239"/>
                </a:lnTo>
                <a:lnTo>
                  <a:pt x="3438144" y="279267"/>
                </a:lnTo>
                <a:lnTo>
                  <a:pt x="3511296" y="305071"/>
                </a:lnTo>
                <a:lnTo>
                  <a:pt x="3584448" y="333439"/>
                </a:lnTo>
                <a:lnTo>
                  <a:pt x="3657600" y="364077"/>
                </a:lnTo>
                <a:lnTo>
                  <a:pt x="3730752" y="396614"/>
                </a:lnTo>
                <a:lnTo>
                  <a:pt x="3803904" y="430612"/>
                </a:lnTo>
                <a:lnTo>
                  <a:pt x="3877056" y="465575"/>
                </a:lnTo>
                <a:lnTo>
                  <a:pt x="3950208" y="500958"/>
                </a:lnTo>
                <a:lnTo>
                  <a:pt x="4023360" y="536186"/>
                </a:lnTo>
                <a:lnTo>
                  <a:pt x="4096512" y="570661"/>
                </a:lnTo>
                <a:lnTo>
                  <a:pt x="4169664" y="603782"/>
                </a:lnTo>
                <a:lnTo>
                  <a:pt x="4242816" y="634959"/>
                </a:lnTo>
                <a:lnTo>
                  <a:pt x="4315968" y="663624"/>
                </a:lnTo>
                <a:lnTo>
                  <a:pt x="4389120" y="689251"/>
                </a:lnTo>
                <a:lnTo>
                  <a:pt x="4462272" y="711366"/>
                </a:lnTo>
                <a:lnTo>
                  <a:pt x="4535424" y="729561"/>
                </a:lnTo>
                <a:lnTo>
                  <a:pt x="4608576" y="743501"/>
                </a:lnTo>
                <a:lnTo>
                  <a:pt x="4681728" y="752936"/>
                </a:lnTo>
                <a:lnTo>
                  <a:pt x="4754880" y="757706"/>
                </a:lnTo>
                <a:lnTo>
                  <a:pt x="4828032" y="757745"/>
                </a:lnTo>
                <a:lnTo>
                  <a:pt x="4901184" y="753083"/>
                </a:lnTo>
                <a:lnTo>
                  <a:pt x="4974336" y="743843"/>
                </a:lnTo>
                <a:lnTo>
                  <a:pt x="5047488" y="730240"/>
                </a:lnTo>
                <a:lnTo>
                  <a:pt x="5120640" y="712575"/>
                </a:lnTo>
                <a:lnTo>
                  <a:pt x="5193792" y="691224"/>
                </a:lnTo>
                <a:lnTo>
                  <a:pt x="5266944" y="666633"/>
                </a:lnTo>
                <a:lnTo>
                  <a:pt x="5340096" y="639302"/>
                </a:lnTo>
                <a:lnTo>
                  <a:pt x="5413248" y="609773"/>
                </a:lnTo>
                <a:lnTo>
                  <a:pt x="5486400" y="578617"/>
                </a:lnTo>
                <a:lnTo>
                  <a:pt x="5559552" y="546419"/>
                </a:lnTo>
                <a:lnTo>
                  <a:pt x="5632704" y="513761"/>
                </a:lnTo>
                <a:lnTo>
                  <a:pt x="5705856" y="481211"/>
                </a:lnTo>
                <a:lnTo>
                  <a:pt x="5779008" y="449305"/>
                </a:lnTo>
                <a:lnTo>
                  <a:pt x="5852160" y="418538"/>
                </a:lnTo>
                <a:lnTo>
                  <a:pt x="5925312" y="389346"/>
                </a:lnTo>
                <a:lnTo>
                  <a:pt x="5998464" y="362104"/>
                </a:lnTo>
                <a:lnTo>
                  <a:pt x="6071616" y="337110"/>
                </a:lnTo>
                <a:lnTo>
                  <a:pt x="6144768" y="314585"/>
                </a:lnTo>
                <a:lnTo>
                  <a:pt x="6217920" y="294665"/>
                </a:lnTo>
                <a:lnTo>
                  <a:pt x="6291072" y="277403"/>
                </a:lnTo>
                <a:lnTo>
                  <a:pt x="6364224" y="262768"/>
                </a:lnTo>
                <a:lnTo>
                  <a:pt x="6437376" y="250649"/>
                </a:lnTo>
                <a:lnTo>
                  <a:pt x="6510528" y="240862"/>
                </a:lnTo>
                <a:lnTo>
                  <a:pt x="6583680" y="233157"/>
                </a:lnTo>
                <a:lnTo>
                  <a:pt x="6656832" y="227226"/>
                </a:lnTo>
                <a:lnTo>
                  <a:pt x="6729984" y="222717"/>
                </a:lnTo>
                <a:lnTo>
                  <a:pt x="6803136" y="219248"/>
                </a:lnTo>
                <a:lnTo>
                  <a:pt x="6876288" y="216416"/>
                </a:lnTo>
                <a:lnTo>
                  <a:pt x="6949440" y="213812"/>
                </a:lnTo>
                <a:lnTo>
                  <a:pt x="7022592" y="211039"/>
                </a:lnTo>
                <a:lnTo>
                  <a:pt x="7095744" y="207720"/>
                </a:lnTo>
                <a:lnTo>
                  <a:pt x="7168896" y="203516"/>
                </a:lnTo>
                <a:lnTo>
                  <a:pt x="7242048" y="198134"/>
                </a:lnTo>
                <a:lnTo>
                  <a:pt x="7315200" y="191341"/>
                </a:lnTo>
                <a:lnTo>
                  <a:pt x="7388352" y="182966"/>
                </a:lnTo>
                <a:lnTo>
                  <a:pt x="7461504" y="172917"/>
                </a:lnTo>
                <a:lnTo>
                  <a:pt x="7534656" y="161175"/>
                </a:lnTo>
                <a:lnTo>
                  <a:pt x="7607808" y="147802"/>
                </a:lnTo>
                <a:lnTo>
                  <a:pt x="7680960" y="132940"/>
                </a:lnTo>
                <a:lnTo>
                  <a:pt x="7754112" y="116806"/>
                </a:lnTo>
                <a:lnTo>
                  <a:pt x="7827264" y="99689"/>
                </a:lnTo>
                <a:lnTo>
                  <a:pt x="7900416" y="81943"/>
                </a:lnTo>
                <a:lnTo>
                  <a:pt x="7973568" y="6397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4160520" y="6138531"/>
            <a:ext cx="7973568" cy="667270"/>
          </a:xfrm>
          <a:custGeom>
            <a:avLst/>
            <a:gdLst/>
            <a:ahLst/>
            <a:cxnLst/>
            <a:rect l="l" t="t" r="r" b="b"/>
            <a:pathLst>
              <a:path w="7973568" h="667270">
                <a:moveTo>
                  <a:pt x="0" y="321726"/>
                </a:moveTo>
                <a:lnTo>
                  <a:pt x="73152" y="283078"/>
                </a:lnTo>
                <a:lnTo>
                  <a:pt x="146304" y="245441"/>
                </a:lnTo>
                <a:lnTo>
                  <a:pt x="219456" y="209375"/>
                </a:lnTo>
                <a:lnTo>
                  <a:pt x="292608" y="175389"/>
                </a:lnTo>
                <a:lnTo>
                  <a:pt x="365760" y="143934"/>
                </a:lnTo>
                <a:lnTo>
                  <a:pt x="438912" y="115386"/>
                </a:lnTo>
                <a:lnTo>
                  <a:pt x="512064" y="90045"/>
                </a:lnTo>
                <a:lnTo>
                  <a:pt x="585216" y="68125"/>
                </a:lnTo>
                <a:lnTo>
                  <a:pt x="658368" y="49753"/>
                </a:lnTo>
                <a:lnTo>
                  <a:pt x="731520" y="34964"/>
                </a:lnTo>
                <a:lnTo>
                  <a:pt x="804672" y="23707"/>
                </a:lnTo>
                <a:lnTo>
                  <a:pt x="877824" y="15848"/>
                </a:lnTo>
                <a:lnTo>
                  <a:pt x="950976" y="11174"/>
                </a:lnTo>
                <a:lnTo>
                  <a:pt x="1024128" y="9402"/>
                </a:lnTo>
                <a:lnTo>
                  <a:pt x="1097280" y="10190"/>
                </a:lnTo>
                <a:lnTo>
                  <a:pt x="1170432" y="13149"/>
                </a:lnTo>
                <a:lnTo>
                  <a:pt x="1243584" y="17854"/>
                </a:lnTo>
                <a:lnTo>
                  <a:pt x="1316736" y="23859"/>
                </a:lnTo>
                <a:lnTo>
                  <a:pt x="1389888" y="30712"/>
                </a:lnTo>
                <a:lnTo>
                  <a:pt x="1463040" y="37966"/>
                </a:lnTo>
                <a:lnTo>
                  <a:pt x="1536192" y="45198"/>
                </a:lnTo>
                <a:lnTo>
                  <a:pt x="1609344" y="52017"/>
                </a:lnTo>
                <a:lnTo>
                  <a:pt x="1682496" y="58078"/>
                </a:lnTo>
                <a:lnTo>
                  <a:pt x="1755648" y="63094"/>
                </a:lnTo>
                <a:lnTo>
                  <a:pt x="1828800" y="66843"/>
                </a:lnTo>
                <a:lnTo>
                  <a:pt x="1901952" y="69173"/>
                </a:lnTo>
                <a:lnTo>
                  <a:pt x="1975104" y="70012"/>
                </a:lnTo>
                <a:lnTo>
                  <a:pt x="2048256" y="69364"/>
                </a:lnTo>
                <a:lnTo>
                  <a:pt x="2121408" y="67311"/>
                </a:lnTo>
                <a:lnTo>
                  <a:pt x="2194560" y="64013"/>
                </a:lnTo>
                <a:lnTo>
                  <a:pt x="2267712" y="59698"/>
                </a:lnTo>
                <a:lnTo>
                  <a:pt x="2340864" y="54659"/>
                </a:lnTo>
                <a:lnTo>
                  <a:pt x="2414016" y="49243"/>
                </a:lnTo>
                <a:lnTo>
                  <a:pt x="2487168" y="43841"/>
                </a:lnTo>
                <a:lnTo>
                  <a:pt x="2560320" y="38875"/>
                </a:lnTo>
                <a:lnTo>
                  <a:pt x="2633472" y="34784"/>
                </a:lnTo>
                <a:lnTo>
                  <a:pt x="2706624" y="32013"/>
                </a:lnTo>
                <a:lnTo>
                  <a:pt x="2779776" y="30995"/>
                </a:lnTo>
                <a:lnTo>
                  <a:pt x="2852928" y="32139"/>
                </a:lnTo>
                <a:lnTo>
                  <a:pt x="2926080" y="35819"/>
                </a:lnTo>
                <a:lnTo>
                  <a:pt x="2999232" y="42355"/>
                </a:lnTo>
                <a:lnTo>
                  <a:pt x="3072384" y="52007"/>
                </a:lnTo>
                <a:lnTo>
                  <a:pt x="3145536" y="64965"/>
                </a:lnTo>
                <a:lnTo>
                  <a:pt x="3218688" y="81339"/>
                </a:lnTo>
                <a:lnTo>
                  <a:pt x="3291840" y="101154"/>
                </a:lnTo>
                <a:lnTo>
                  <a:pt x="3364992" y="124349"/>
                </a:lnTo>
                <a:lnTo>
                  <a:pt x="3438144" y="150772"/>
                </a:lnTo>
                <a:lnTo>
                  <a:pt x="3511296" y="180188"/>
                </a:lnTo>
                <a:lnTo>
                  <a:pt x="3584448" y="212275"/>
                </a:lnTo>
                <a:lnTo>
                  <a:pt x="3657600" y="246637"/>
                </a:lnTo>
                <a:lnTo>
                  <a:pt x="3730752" y="282809"/>
                </a:lnTo>
                <a:lnTo>
                  <a:pt x="3803904" y="320270"/>
                </a:lnTo>
                <a:lnTo>
                  <a:pt x="3877056" y="358453"/>
                </a:lnTo>
                <a:lnTo>
                  <a:pt x="3950208" y="396758"/>
                </a:lnTo>
                <a:lnTo>
                  <a:pt x="4023360" y="434570"/>
                </a:lnTo>
                <a:lnTo>
                  <a:pt x="4096512" y="471268"/>
                </a:lnTo>
                <a:lnTo>
                  <a:pt x="4169664" y="506248"/>
                </a:lnTo>
                <a:lnTo>
                  <a:pt x="4242816" y="538929"/>
                </a:lnTo>
                <a:lnTo>
                  <a:pt x="4315968" y="568776"/>
                </a:lnTo>
                <a:lnTo>
                  <a:pt x="4389120" y="595305"/>
                </a:lnTo>
                <a:lnTo>
                  <a:pt x="4462272" y="618100"/>
                </a:lnTo>
                <a:lnTo>
                  <a:pt x="4535424" y="636824"/>
                </a:lnTo>
                <a:lnTo>
                  <a:pt x="4608576" y="651220"/>
                </a:lnTo>
                <a:lnTo>
                  <a:pt x="4681728" y="661124"/>
                </a:lnTo>
                <a:lnTo>
                  <a:pt x="4754880" y="666467"/>
                </a:lnTo>
                <a:lnTo>
                  <a:pt x="4828032" y="667270"/>
                </a:lnTo>
                <a:lnTo>
                  <a:pt x="4901184" y="663652"/>
                </a:lnTo>
                <a:lnTo>
                  <a:pt x="4974336" y="655818"/>
                </a:lnTo>
                <a:lnTo>
                  <a:pt x="5047488" y="644056"/>
                </a:lnTo>
                <a:lnTo>
                  <a:pt x="5120640" y="628730"/>
                </a:lnTo>
                <a:lnTo>
                  <a:pt x="5193792" y="610265"/>
                </a:lnTo>
                <a:lnTo>
                  <a:pt x="5266944" y="589141"/>
                </a:lnTo>
                <a:lnTo>
                  <a:pt x="5340096" y="565873"/>
                </a:lnTo>
                <a:lnTo>
                  <a:pt x="5413248" y="541003"/>
                </a:lnTo>
                <a:lnTo>
                  <a:pt x="5486400" y="515082"/>
                </a:lnTo>
                <a:lnTo>
                  <a:pt x="5559552" y="488657"/>
                </a:lnTo>
                <a:lnTo>
                  <a:pt x="5632704" y="462254"/>
                </a:lnTo>
                <a:lnTo>
                  <a:pt x="5705856" y="436366"/>
                </a:lnTo>
                <a:lnTo>
                  <a:pt x="5779008" y="411442"/>
                </a:lnTo>
                <a:lnTo>
                  <a:pt x="5852160" y="387872"/>
                </a:lnTo>
                <a:lnTo>
                  <a:pt x="5925312" y="365982"/>
                </a:lnTo>
                <a:lnTo>
                  <a:pt x="5998464" y="346022"/>
                </a:lnTo>
                <a:lnTo>
                  <a:pt x="6071616" y="328165"/>
                </a:lnTo>
                <a:lnTo>
                  <a:pt x="6144768" y="312502"/>
                </a:lnTo>
                <a:lnTo>
                  <a:pt x="6217920" y="299040"/>
                </a:lnTo>
                <a:lnTo>
                  <a:pt x="6291072" y="287709"/>
                </a:lnTo>
                <a:lnTo>
                  <a:pt x="6364224" y="278362"/>
                </a:lnTo>
                <a:lnTo>
                  <a:pt x="6437376" y="270781"/>
                </a:lnTo>
                <a:lnTo>
                  <a:pt x="6510528" y="264691"/>
                </a:lnTo>
                <a:lnTo>
                  <a:pt x="6583680" y="259763"/>
                </a:lnTo>
                <a:lnTo>
                  <a:pt x="6656832" y="255632"/>
                </a:lnTo>
                <a:lnTo>
                  <a:pt x="6729984" y="251907"/>
                </a:lnTo>
                <a:lnTo>
                  <a:pt x="6803136" y="248185"/>
                </a:lnTo>
                <a:lnTo>
                  <a:pt x="6876288" y="244064"/>
                </a:lnTo>
                <a:lnTo>
                  <a:pt x="6949440" y="239160"/>
                </a:lnTo>
                <a:lnTo>
                  <a:pt x="7022592" y="233117"/>
                </a:lnTo>
                <a:lnTo>
                  <a:pt x="7095744" y="225622"/>
                </a:lnTo>
                <a:lnTo>
                  <a:pt x="7168896" y="216413"/>
                </a:lnTo>
                <a:lnTo>
                  <a:pt x="7242048" y="205295"/>
                </a:lnTo>
                <a:lnTo>
                  <a:pt x="7315200" y="192141"/>
                </a:lnTo>
                <a:lnTo>
                  <a:pt x="7388352" y="176902"/>
                </a:lnTo>
                <a:lnTo>
                  <a:pt x="7461504" y="159609"/>
                </a:lnTo>
                <a:lnTo>
                  <a:pt x="7534656" y="140374"/>
                </a:lnTo>
                <a:lnTo>
                  <a:pt x="7607808" y="119392"/>
                </a:lnTo>
                <a:lnTo>
                  <a:pt x="7680960" y="96931"/>
                </a:lnTo>
                <a:lnTo>
                  <a:pt x="7754112" y="73333"/>
                </a:lnTo>
                <a:lnTo>
                  <a:pt x="7827264" y="49001"/>
                </a:lnTo>
                <a:lnTo>
                  <a:pt x="7900416" y="24391"/>
                </a:lnTo>
                <a:lnTo>
                  <a:pt x="7973568" y="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4160520" y="6077293"/>
            <a:ext cx="7973568" cy="652215"/>
          </a:xfrm>
          <a:custGeom>
            <a:avLst/>
            <a:gdLst/>
            <a:ahLst/>
            <a:cxnLst/>
            <a:rect l="l" t="t" r="r" b="b"/>
            <a:pathLst>
              <a:path w="7973568" h="652215">
                <a:moveTo>
                  <a:pt x="0" y="385766"/>
                </a:moveTo>
                <a:lnTo>
                  <a:pt x="73152" y="351365"/>
                </a:lnTo>
                <a:lnTo>
                  <a:pt x="146304" y="318242"/>
                </a:lnTo>
                <a:lnTo>
                  <a:pt x="219456" y="286878"/>
                </a:lnTo>
                <a:lnTo>
                  <a:pt x="292608" y="257690"/>
                </a:lnTo>
                <a:lnTo>
                  <a:pt x="365760" y="231026"/>
                </a:lnTo>
                <a:lnTo>
                  <a:pt x="438912" y="207154"/>
                </a:lnTo>
                <a:lnTo>
                  <a:pt x="512064" y="186259"/>
                </a:lnTo>
                <a:lnTo>
                  <a:pt x="585216" y="168440"/>
                </a:lnTo>
                <a:lnTo>
                  <a:pt x="658368" y="153709"/>
                </a:lnTo>
                <a:lnTo>
                  <a:pt x="731520" y="141993"/>
                </a:lnTo>
                <a:lnTo>
                  <a:pt x="804672" y="133142"/>
                </a:lnTo>
                <a:lnTo>
                  <a:pt x="877824" y="126929"/>
                </a:lnTo>
                <a:lnTo>
                  <a:pt x="950976" y="123065"/>
                </a:lnTo>
                <a:lnTo>
                  <a:pt x="1024128" y="121208"/>
                </a:lnTo>
                <a:lnTo>
                  <a:pt x="1097280" y="120973"/>
                </a:lnTo>
                <a:lnTo>
                  <a:pt x="1170432" y="121948"/>
                </a:lnTo>
                <a:lnTo>
                  <a:pt x="1243584" y="123704"/>
                </a:lnTo>
                <a:lnTo>
                  <a:pt x="1316736" y="125812"/>
                </a:lnTo>
                <a:lnTo>
                  <a:pt x="1389888" y="127859"/>
                </a:lnTo>
                <a:lnTo>
                  <a:pt x="1463040" y="129455"/>
                </a:lnTo>
                <a:lnTo>
                  <a:pt x="1536192" y="130252"/>
                </a:lnTo>
                <a:lnTo>
                  <a:pt x="1609344" y="129952"/>
                </a:lnTo>
                <a:lnTo>
                  <a:pt x="1682496" y="128319"/>
                </a:lnTo>
                <a:lnTo>
                  <a:pt x="1755648" y="125184"/>
                </a:lnTo>
                <a:lnTo>
                  <a:pt x="1828800" y="120454"/>
                </a:lnTo>
                <a:lnTo>
                  <a:pt x="1901952" y="114113"/>
                </a:lnTo>
                <a:lnTo>
                  <a:pt x="1975104" y="106225"/>
                </a:lnTo>
                <a:lnTo>
                  <a:pt x="2048256" y="96931"/>
                </a:lnTo>
                <a:lnTo>
                  <a:pt x="2121408" y="86449"/>
                </a:lnTo>
                <a:lnTo>
                  <a:pt x="2194560" y="75063"/>
                </a:lnTo>
                <a:lnTo>
                  <a:pt x="2267712" y="63119"/>
                </a:lnTo>
                <a:lnTo>
                  <a:pt x="2340864" y="51015"/>
                </a:lnTo>
                <a:lnTo>
                  <a:pt x="2414016" y="39186"/>
                </a:lnTo>
                <a:lnTo>
                  <a:pt x="2487168" y="28094"/>
                </a:lnTo>
                <a:lnTo>
                  <a:pt x="2560320" y="18216"/>
                </a:lnTo>
                <a:lnTo>
                  <a:pt x="2633472" y="10025"/>
                </a:lnTo>
                <a:lnTo>
                  <a:pt x="2706624" y="3980"/>
                </a:lnTo>
                <a:lnTo>
                  <a:pt x="2779776" y="510"/>
                </a:lnTo>
                <a:lnTo>
                  <a:pt x="2852928" y="0"/>
                </a:lnTo>
                <a:lnTo>
                  <a:pt x="2926080" y="2780"/>
                </a:lnTo>
                <a:lnTo>
                  <a:pt x="2999232" y="9113"/>
                </a:lnTo>
                <a:lnTo>
                  <a:pt x="3072384" y="19187"/>
                </a:lnTo>
                <a:lnTo>
                  <a:pt x="3145536" y="33107"/>
                </a:lnTo>
                <a:lnTo>
                  <a:pt x="3218688" y="50891"/>
                </a:lnTo>
                <a:lnTo>
                  <a:pt x="3291840" y="72463"/>
                </a:lnTo>
                <a:lnTo>
                  <a:pt x="3364992" y="97662"/>
                </a:lnTo>
                <a:lnTo>
                  <a:pt x="3438144" y="126234"/>
                </a:lnTo>
                <a:lnTo>
                  <a:pt x="3511296" y="157844"/>
                </a:lnTo>
                <a:lnTo>
                  <a:pt x="3584448" y="192079"/>
                </a:lnTo>
                <a:lnTo>
                  <a:pt x="3657600" y="228460"/>
                </a:lnTo>
                <a:lnTo>
                  <a:pt x="3730752" y="266451"/>
                </a:lnTo>
                <a:lnTo>
                  <a:pt x="3803904" y="305473"/>
                </a:lnTo>
                <a:lnTo>
                  <a:pt x="3877056" y="344915"/>
                </a:lnTo>
                <a:lnTo>
                  <a:pt x="3950208" y="384152"/>
                </a:lnTo>
                <a:lnTo>
                  <a:pt x="4023360" y="422559"/>
                </a:lnTo>
                <a:lnTo>
                  <a:pt x="4096512" y="459525"/>
                </a:lnTo>
                <a:lnTo>
                  <a:pt x="4169664" y="494469"/>
                </a:lnTo>
                <a:lnTo>
                  <a:pt x="4242816" y="526854"/>
                </a:lnTo>
                <a:lnTo>
                  <a:pt x="4315968" y="556199"/>
                </a:lnTo>
                <a:lnTo>
                  <a:pt x="4389120" y="582089"/>
                </a:lnTo>
                <a:lnTo>
                  <a:pt x="4462272" y="604189"/>
                </a:lnTo>
                <a:lnTo>
                  <a:pt x="4535424" y="622247"/>
                </a:lnTo>
                <a:lnTo>
                  <a:pt x="4608576" y="636102"/>
                </a:lnTo>
                <a:lnTo>
                  <a:pt x="4681728" y="645684"/>
                </a:lnTo>
                <a:lnTo>
                  <a:pt x="4754880" y="651017"/>
                </a:lnTo>
                <a:lnTo>
                  <a:pt x="4828032" y="652215"/>
                </a:lnTo>
                <a:lnTo>
                  <a:pt x="4901184" y="649478"/>
                </a:lnTo>
                <a:lnTo>
                  <a:pt x="4974336" y="643086"/>
                </a:lnTo>
                <a:lnTo>
                  <a:pt x="5047488" y="633389"/>
                </a:lnTo>
                <a:lnTo>
                  <a:pt x="5120640" y="620795"/>
                </a:lnTo>
                <a:lnTo>
                  <a:pt x="5193792" y="605763"/>
                </a:lnTo>
                <a:lnTo>
                  <a:pt x="5266944" y="588782"/>
                </a:lnTo>
                <a:lnTo>
                  <a:pt x="5340096" y="570363"/>
                </a:lnTo>
                <a:lnTo>
                  <a:pt x="5413248" y="551022"/>
                </a:lnTo>
                <a:lnTo>
                  <a:pt x="5486400" y="531265"/>
                </a:lnTo>
                <a:lnTo>
                  <a:pt x="5559552" y="511575"/>
                </a:lnTo>
                <a:lnTo>
                  <a:pt x="5632704" y="492398"/>
                </a:lnTo>
                <a:lnTo>
                  <a:pt x="5705856" y="474134"/>
                </a:lnTo>
                <a:lnTo>
                  <a:pt x="5779008" y="457119"/>
                </a:lnTo>
                <a:lnTo>
                  <a:pt x="5852160" y="441627"/>
                </a:lnTo>
                <a:lnTo>
                  <a:pt x="5925312" y="427854"/>
                </a:lnTo>
                <a:lnTo>
                  <a:pt x="5998464" y="415917"/>
                </a:lnTo>
                <a:lnTo>
                  <a:pt x="6071616" y="405856"/>
                </a:lnTo>
                <a:lnTo>
                  <a:pt x="6144768" y="397629"/>
                </a:lnTo>
                <a:lnTo>
                  <a:pt x="6217920" y="391115"/>
                </a:lnTo>
                <a:lnTo>
                  <a:pt x="6291072" y="386125"/>
                </a:lnTo>
                <a:lnTo>
                  <a:pt x="6364224" y="382401"/>
                </a:lnTo>
                <a:lnTo>
                  <a:pt x="6437376" y="379634"/>
                </a:lnTo>
                <a:lnTo>
                  <a:pt x="6510528" y="377467"/>
                </a:lnTo>
                <a:lnTo>
                  <a:pt x="6583680" y="375513"/>
                </a:lnTo>
                <a:lnTo>
                  <a:pt x="6656832" y="373365"/>
                </a:lnTo>
                <a:lnTo>
                  <a:pt x="6729984" y="370611"/>
                </a:lnTo>
                <a:lnTo>
                  <a:pt x="6803136" y="366847"/>
                </a:lnTo>
                <a:lnTo>
                  <a:pt x="6876288" y="361695"/>
                </a:lnTo>
                <a:lnTo>
                  <a:pt x="6949440" y="354809"/>
                </a:lnTo>
                <a:lnTo>
                  <a:pt x="7022592" y="345893"/>
                </a:lnTo>
                <a:lnTo>
                  <a:pt x="7095744" y="334711"/>
                </a:lnTo>
                <a:lnTo>
                  <a:pt x="7168896" y="321094"/>
                </a:lnTo>
                <a:lnTo>
                  <a:pt x="7242048" y="304949"/>
                </a:lnTo>
                <a:lnTo>
                  <a:pt x="7315200" y="286263"/>
                </a:lnTo>
                <a:lnTo>
                  <a:pt x="7388352" y="265108"/>
                </a:lnTo>
                <a:lnTo>
                  <a:pt x="7461504" y="241637"/>
                </a:lnTo>
                <a:lnTo>
                  <a:pt x="7534656" y="216089"/>
                </a:lnTo>
                <a:lnTo>
                  <a:pt x="7607808" y="188775"/>
                </a:lnTo>
                <a:lnTo>
                  <a:pt x="7680960" y="160081"/>
                </a:lnTo>
                <a:lnTo>
                  <a:pt x="7754112" y="130452"/>
                </a:lnTo>
                <a:lnTo>
                  <a:pt x="7827264" y="100385"/>
                </a:lnTo>
                <a:lnTo>
                  <a:pt x="7900416" y="70416"/>
                </a:lnTo>
                <a:lnTo>
                  <a:pt x="7973568" y="41106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4160520" y="6001402"/>
            <a:ext cx="7973568" cy="636779"/>
          </a:xfrm>
          <a:custGeom>
            <a:avLst/>
            <a:gdLst/>
            <a:ahLst/>
            <a:cxnLst/>
            <a:rect l="l" t="t" r="r" b="b"/>
            <a:pathLst>
              <a:path w="7973568" h="636779">
                <a:moveTo>
                  <a:pt x="0" y="455937"/>
                </a:moveTo>
                <a:lnTo>
                  <a:pt x="73152" y="427286"/>
                </a:lnTo>
                <a:lnTo>
                  <a:pt x="146304" y="400142"/>
                </a:lnTo>
                <a:lnTo>
                  <a:pt x="219456" y="374882"/>
                </a:lnTo>
                <a:lnTo>
                  <a:pt x="292608" y="351813"/>
                </a:lnTo>
                <a:lnTo>
                  <a:pt x="365760" y="331165"/>
                </a:lnTo>
                <a:lnTo>
                  <a:pt x="438912" y="313083"/>
                </a:lnTo>
                <a:lnTo>
                  <a:pt x="512064" y="297630"/>
                </a:lnTo>
                <a:lnTo>
                  <a:pt x="585216" y="284784"/>
                </a:lnTo>
                <a:lnTo>
                  <a:pt x="658368" y="274443"/>
                </a:lnTo>
                <a:lnTo>
                  <a:pt x="731520" y="266428"/>
                </a:lnTo>
                <a:lnTo>
                  <a:pt x="804672" y="260494"/>
                </a:lnTo>
                <a:lnTo>
                  <a:pt x="877824" y="256337"/>
                </a:lnTo>
                <a:lnTo>
                  <a:pt x="950976" y="253605"/>
                </a:lnTo>
                <a:lnTo>
                  <a:pt x="1024128" y="251909"/>
                </a:lnTo>
                <a:lnTo>
                  <a:pt x="1097280" y="250841"/>
                </a:lnTo>
                <a:lnTo>
                  <a:pt x="1170432" y="249982"/>
                </a:lnTo>
                <a:lnTo>
                  <a:pt x="1243584" y="248923"/>
                </a:lnTo>
                <a:lnTo>
                  <a:pt x="1316736" y="247271"/>
                </a:lnTo>
                <a:lnTo>
                  <a:pt x="1389888" y="244667"/>
                </a:lnTo>
                <a:lnTo>
                  <a:pt x="1463040" y="240798"/>
                </a:lnTo>
                <a:lnTo>
                  <a:pt x="1536192" y="235407"/>
                </a:lnTo>
                <a:lnTo>
                  <a:pt x="1609344" y="228302"/>
                </a:lnTo>
                <a:lnTo>
                  <a:pt x="1682496" y="219363"/>
                </a:lnTo>
                <a:lnTo>
                  <a:pt x="1755648" y="208549"/>
                </a:lnTo>
                <a:lnTo>
                  <a:pt x="1828800" y="195896"/>
                </a:lnTo>
                <a:lnTo>
                  <a:pt x="1901952" y="181523"/>
                </a:lnTo>
                <a:lnTo>
                  <a:pt x="1975104" y="165628"/>
                </a:lnTo>
                <a:lnTo>
                  <a:pt x="2048256" y="148481"/>
                </a:lnTo>
                <a:lnTo>
                  <a:pt x="2121408" y="130419"/>
                </a:lnTo>
                <a:lnTo>
                  <a:pt x="2194560" y="111839"/>
                </a:lnTo>
                <a:lnTo>
                  <a:pt x="2267712" y="93185"/>
                </a:lnTo>
                <a:lnTo>
                  <a:pt x="2340864" y="74936"/>
                </a:lnTo>
                <a:lnTo>
                  <a:pt x="2414016" y="57596"/>
                </a:lnTo>
                <a:lnTo>
                  <a:pt x="2487168" y="41675"/>
                </a:lnTo>
                <a:lnTo>
                  <a:pt x="2560320" y="27677"/>
                </a:lnTo>
                <a:lnTo>
                  <a:pt x="2633472" y="16086"/>
                </a:lnTo>
                <a:lnTo>
                  <a:pt x="2706624" y="7352"/>
                </a:lnTo>
                <a:lnTo>
                  <a:pt x="2779776" y="1876"/>
                </a:lnTo>
                <a:lnTo>
                  <a:pt x="2852928" y="0"/>
                </a:lnTo>
                <a:lnTo>
                  <a:pt x="2926080" y="1993"/>
                </a:lnTo>
                <a:lnTo>
                  <a:pt x="2999232" y="8047"/>
                </a:lnTo>
                <a:lnTo>
                  <a:pt x="3072384" y="18268"/>
                </a:lnTo>
                <a:lnTo>
                  <a:pt x="3145536" y="32669"/>
                </a:lnTo>
                <a:lnTo>
                  <a:pt x="3218688" y="51173"/>
                </a:lnTo>
                <a:lnTo>
                  <a:pt x="3291840" y="73610"/>
                </a:lnTo>
                <a:lnTo>
                  <a:pt x="3364992" y="99721"/>
                </a:lnTo>
                <a:lnTo>
                  <a:pt x="3438144" y="129165"/>
                </a:lnTo>
                <a:lnTo>
                  <a:pt x="3511296" y="161521"/>
                </a:lnTo>
                <a:lnTo>
                  <a:pt x="3584448" y="196306"/>
                </a:lnTo>
                <a:lnTo>
                  <a:pt x="3657600" y="232980"/>
                </a:lnTo>
                <a:lnTo>
                  <a:pt x="3730752" y="270961"/>
                </a:lnTo>
                <a:lnTo>
                  <a:pt x="3803904" y="309640"/>
                </a:lnTo>
                <a:lnTo>
                  <a:pt x="3877056" y="348393"/>
                </a:lnTo>
                <a:lnTo>
                  <a:pt x="3950208" y="386599"/>
                </a:lnTo>
                <a:lnTo>
                  <a:pt x="4023360" y="423654"/>
                </a:lnTo>
                <a:lnTo>
                  <a:pt x="4096512" y="458987"/>
                </a:lnTo>
                <a:lnTo>
                  <a:pt x="4169664" y="492070"/>
                </a:lnTo>
                <a:lnTo>
                  <a:pt x="4242816" y="522433"/>
                </a:lnTo>
                <a:lnTo>
                  <a:pt x="4315968" y="549675"/>
                </a:lnTo>
                <a:lnTo>
                  <a:pt x="4389120" y="573472"/>
                </a:lnTo>
                <a:lnTo>
                  <a:pt x="4462272" y="593586"/>
                </a:lnTo>
                <a:lnTo>
                  <a:pt x="4535424" y="609866"/>
                </a:lnTo>
                <a:lnTo>
                  <a:pt x="4608576" y="622251"/>
                </a:lnTo>
                <a:lnTo>
                  <a:pt x="4681728" y="630772"/>
                </a:lnTo>
                <a:lnTo>
                  <a:pt x="4754880" y="635548"/>
                </a:lnTo>
                <a:lnTo>
                  <a:pt x="4828032" y="636779"/>
                </a:lnTo>
                <a:lnTo>
                  <a:pt x="4901184" y="634742"/>
                </a:lnTo>
                <a:lnTo>
                  <a:pt x="4974336" y="629776"/>
                </a:lnTo>
                <a:lnTo>
                  <a:pt x="5047488" y="622280"/>
                </a:lnTo>
                <a:lnTo>
                  <a:pt x="5120640" y="612689"/>
                </a:lnTo>
                <a:lnTo>
                  <a:pt x="5193792" y="601472"/>
                </a:lnTo>
                <a:lnTo>
                  <a:pt x="5266944" y="589110"/>
                </a:lnTo>
                <a:lnTo>
                  <a:pt x="5340096" y="576083"/>
                </a:lnTo>
                <a:lnTo>
                  <a:pt x="5413248" y="562859"/>
                </a:lnTo>
                <a:lnTo>
                  <a:pt x="5486400" y="549877"/>
                </a:lnTo>
                <a:lnTo>
                  <a:pt x="5559552" y="537535"/>
                </a:lnTo>
                <a:lnTo>
                  <a:pt x="5632704" y="526180"/>
                </a:lnTo>
                <a:lnTo>
                  <a:pt x="5705856" y="516097"/>
                </a:lnTo>
                <a:lnTo>
                  <a:pt x="5779008" y="507501"/>
                </a:lnTo>
                <a:lnTo>
                  <a:pt x="5852160" y="500532"/>
                </a:lnTo>
                <a:lnTo>
                  <a:pt x="5925312" y="495251"/>
                </a:lnTo>
                <a:lnTo>
                  <a:pt x="5998464" y="491640"/>
                </a:lnTo>
                <a:lnTo>
                  <a:pt x="6071616" y="489602"/>
                </a:lnTo>
                <a:lnTo>
                  <a:pt x="6144768" y="488966"/>
                </a:lnTo>
                <a:lnTo>
                  <a:pt x="6217920" y="489492"/>
                </a:lnTo>
                <a:lnTo>
                  <a:pt x="6291072" y="490880"/>
                </a:lnTo>
                <a:lnTo>
                  <a:pt x="6364224" y="492778"/>
                </a:lnTo>
                <a:lnTo>
                  <a:pt x="6437376" y="494797"/>
                </a:lnTo>
                <a:lnTo>
                  <a:pt x="6510528" y="496520"/>
                </a:lnTo>
                <a:lnTo>
                  <a:pt x="6583680" y="497519"/>
                </a:lnTo>
                <a:lnTo>
                  <a:pt x="6656832" y="497365"/>
                </a:lnTo>
                <a:lnTo>
                  <a:pt x="6729984" y="495647"/>
                </a:lnTo>
                <a:lnTo>
                  <a:pt x="6803136" y="491981"/>
                </a:lnTo>
                <a:lnTo>
                  <a:pt x="6876288" y="486027"/>
                </a:lnTo>
                <a:lnTo>
                  <a:pt x="6949440" y="477497"/>
                </a:lnTo>
                <a:lnTo>
                  <a:pt x="7022592" y="466170"/>
                </a:lnTo>
                <a:lnTo>
                  <a:pt x="7095744" y="451896"/>
                </a:lnTo>
                <a:lnTo>
                  <a:pt x="7168896" y="434607"/>
                </a:lnTo>
                <a:lnTo>
                  <a:pt x="7242048" y="414317"/>
                </a:lnTo>
                <a:lnTo>
                  <a:pt x="7315200" y="391128"/>
                </a:lnTo>
                <a:lnTo>
                  <a:pt x="7388352" y="365227"/>
                </a:lnTo>
                <a:lnTo>
                  <a:pt x="7461504" y="336883"/>
                </a:lnTo>
                <a:lnTo>
                  <a:pt x="7534656" y="306445"/>
                </a:lnTo>
                <a:lnTo>
                  <a:pt x="7607808" y="274331"/>
                </a:lnTo>
                <a:lnTo>
                  <a:pt x="7680960" y="241019"/>
                </a:lnTo>
                <a:lnTo>
                  <a:pt x="7754112" y="207037"/>
                </a:lnTo>
                <a:lnTo>
                  <a:pt x="7827264" y="172952"/>
                </a:lnTo>
                <a:lnTo>
                  <a:pt x="7900416" y="139350"/>
                </a:lnTo>
                <a:lnTo>
                  <a:pt x="7973568" y="10682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4160520" y="5944260"/>
            <a:ext cx="7973568" cy="591305"/>
          </a:xfrm>
          <a:custGeom>
            <a:avLst/>
            <a:gdLst/>
            <a:ahLst/>
            <a:cxnLst/>
            <a:rect l="l" t="t" r="r" b="b"/>
            <a:pathLst>
              <a:path w="7973568" h="591305">
                <a:moveTo>
                  <a:pt x="0" y="498172"/>
                </a:moveTo>
                <a:lnTo>
                  <a:pt x="73152" y="476435"/>
                </a:lnTo>
                <a:lnTo>
                  <a:pt x="146304" y="456379"/>
                </a:lnTo>
                <a:lnTo>
                  <a:pt x="219456" y="438264"/>
                </a:lnTo>
                <a:lnTo>
                  <a:pt x="292608" y="422271"/>
                </a:lnTo>
                <a:lnTo>
                  <a:pt x="365760" y="408500"/>
                </a:lnTo>
                <a:lnTo>
                  <a:pt x="438912" y="396970"/>
                </a:lnTo>
                <a:lnTo>
                  <a:pt x="512064" y="387617"/>
                </a:lnTo>
                <a:lnTo>
                  <a:pt x="585216" y="380301"/>
                </a:lnTo>
                <a:lnTo>
                  <a:pt x="658368" y="374810"/>
                </a:lnTo>
                <a:lnTo>
                  <a:pt x="731520" y="370869"/>
                </a:lnTo>
                <a:lnTo>
                  <a:pt x="804672" y="368152"/>
                </a:lnTo>
                <a:lnTo>
                  <a:pt x="877824" y="366288"/>
                </a:lnTo>
                <a:lnTo>
                  <a:pt x="950976" y="364879"/>
                </a:lnTo>
                <a:lnTo>
                  <a:pt x="1024128" y="363511"/>
                </a:lnTo>
                <a:lnTo>
                  <a:pt x="1097280" y="361770"/>
                </a:lnTo>
                <a:lnTo>
                  <a:pt x="1170432" y="359253"/>
                </a:lnTo>
                <a:lnTo>
                  <a:pt x="1243584" y="355584"/>
                </a:lnTo>
                <a:lnTo>
                  <a:pt x="1316736" y="350427"/>
                </a:lnTo>
                <a:lnTo>
                  <a:pt x="1389888" y="343496"/>
                </a:lnTo>
                <a:lnTo>
                  <a:pt x="1463040" y="334567"/>
                </a:lnTo>
                <a:lnTo>
                  <a:pt x="1536192" y="323484"/>
                </a:lnTo>
                <a:lnTo>
                  <a:pt x="1609344" y="310169"/>
                </a:lnTo>
                <a:lnTo>
                  <a:pt x="1682496" y="294626"/>
                </a:lnTo>
                <a:lnTo>
                  <a:pt x="1755648" y="276937"/>
                </a:lnTo>
                <a:lnTo>
                  <a:pt x="1828800" y="257269"/>
                </a:lnTo>
                <a:lnTo>
                  <a:pt x="1901952" y="235868"/>
                </a:lnTo>
                <a:lnTo>
                  <a:pt x="1975104" y="213052"/>
                </a:lnTo>
                <a:lnTo>
                  <a:pt x="2048256" y="189205"/>
                </a:lnTo>
                <a:lnTo>
                  <a:pt x="2121408" y="164769"/>
                </a:lnTo>
                <a:lnTo>
                  <a:pt x="2194560" y="140230"/>
                </a:lnTo>
                <a:lnTo>
                  <a:pt x="2267712" y="116108"/>
                </a:lnTo>
                <a:lnTo>
                  <a:pt x="2340864" y="92940"/>
                </a:lnTo>
                <a:lnTo>
                  <a:pt x="2414016" y="71269"/>
                </a:lnTo>
                <a:lnTo>
                  <a:pt x="2487168" y="51627"/>
                </a:lnTo>
                <a:lnTo>
                  <a:pt x="2560320" y="34523"/>
                </a:lnTo>
                <a:lnTo>
                  <a:pt x="2633472" y="20424"/>
                </a:lnTo>
                <a:lnTo>
                  <a:pt x="2706624" y="9747"/>
                </a:lnTo>
                <a:lnTo>
                  <a:pt x="2779776" y="2846"/>
                </a:lnTo>
                <a:lnTo>
                  <a:pt x="2852928" y="0"/>
                </a:lnTo>
                <a:lnTo>
                  <a:pt x="2926080" y="1404"/>
                </a:lnTo>
                <a:lnTo>
                  <a:pt x="2999232" y="7168"/>
                </a:lnTo>
                <a:lnTo>
                  <a:pt x="3072384" y="17306"/>
                </a:lnTo>
                <a:lnTo>
                  <a:pt x="3145536" y="31742"/>
                </a:lnTo>
                <a:lnTo>
                  <a:pt x="3218688" y="50305"/>
                </a:lnTo>
                <a:lnTo>
                  <a:pt x="3291840" y="72736"/>
                </a:lnTo>
                <a:lnTo>
                  <a:pt x="3364992" y="98693"/>
                </a:lnTo>
                <a:lnTo>
                  <a:pt x="3438144" y="127758"/>
                </a:lnTo>
                <a:lnTo>
                  <a:pt x="3511296" y="159449"/>
                </a:lnTo>
                <a:lnTo>
                  <a:pt x="3584448" y="193233"/>
                </a:lnTo>
                <a:lnTo>
                  <a:pt x="3657600" y="228533"/>
                </a:lnTo>
                <a:lnTo>
                  <a:pt x="3730752" y="264751"/>
                </a:lnTo>
                <a:lnTo>
                  <a:pt x="3803904" y="301275"/>
                </a:lnTo>
                <a:lnTo>
                  <a:pt x="3877056" y="337499"/>
                </a:lnTo>
                <a:lnTo>
                  <a:pt x="3950208" y="372836"/>
                </a:lnTo>
                <a:lnTo>
                  <a:pt x="4023360" y="406733"/>
                </a:lnTo>
                <a:lnTo>
                  <a:pt x="4096512" y="438684"/>
                </a:lnTo>
                <a:lnTo>
                  <a:pt x="4169664" y="468240"/>
                </a:lnTo>
                <a:lnTo>
                  <a:pt x="4242816" y="495023"/>
                </a:lnTo>
                <a:lnTo>
                  <a:pt x="4315968" y="518731"/>
                </a:lnTo>
                <a:lnTo>
                  <a:pt x="4389120" y="539148"/>
                </a:lnTo>
                <a:lnTo>
                  <a:pt x="4462272" y="556143"/>
                </a:lnTo>
                <a:lnTo>
                  <a:pt x="4535424" y="569674"/>
                </a:lnTo>
                <a:lnTo>
                  <a:pt x="4608576" y="579788"/>
                </a:lnTo>
                <a:lnTo>
                  <a:pt x="4681728" y="586613"/>
                </a:lnTo>
                <a:lnTo>
                  <a:pt x="4754880" y="590360"/>
                </a:lnTo>
                <a:lnTo>
                  <a:pt x="4828032" y="591305"/>
                </a:lnTo>
                <a:lnTo>
                  <a:pt x="4901184" y="589790"/>
                </a:lnTo>
                <a:lnTo>
                  <a:pt x="4974336" y="586201"/>
                </a:lnTo>
                <a:lnTo>
                  <a:pt x="5047488" y="580964"/>
                </a:lnTo>
                <a:lnTo>
                  <a:pt x="5120640" y="574526"/>
                </a:lnTo>
                <a:lnTo>
                  <a:pt x="5193792" y="567342"/>
                </a:lnTo>
                <a:lnTo>
                  <a:pt x="5266944" y="559863"/>
                </a:lnTo>
                <a:lnTo>
                  <a:pt x="5340096" y="552520"/>
                </a:lnTo>
                <a:lnTo>
                  <a:pt x="5413248" y="545709"/>
                </a:lnTo>
                <a:lnTo>
                  <a:pt x="5486400" y="539784"/>
                </a:lnTo>
                <a:lnTo>
                  <a:pt x="5559552" y="535040"/>
                </a:lnTo>
                <a:lnTo>
                  <a:pt x="5632704" y="531711"/>
                </a:lnTo>
                <a:lnTo>
                  <a:pt x="5705856" y="529954"/>
                </a:lnTo>
                <a:lnTo>
                  <a:pt x="5779008" y="529854"/>
                </a:lnTo>
                <a:lnTo>
                  <a:pt x="5852160" y="531413"/>
                </a:lnTo>
                <a:lnTo>
                  <a:pt x="5925312" y="534557"/>
                </a:lnTo>
                <a:lnTo>
                  <a:pt x="5998464" y="539133"/>
                </a:lnTo>
                <a:lnTo>
                  <a:pt x="6071616" y="544915"/>
                </a:lnTo>
                <a:lnTo>
                  <a:pt x="6144768" y="551613"/>
                </a:lnTo>
                <a:lnTo>
                  <a:pt x="6217920" y="558879"/>
                </a:lnTo>
                <a:lnTo>
                  <a:pt x="6291072" y="566319"/>
                </a:lnTo>
                <a:lnTo>
                  <a:pt x="6364224" y="573505"/>
                </a:lnTo>
                <a:lnTo>
                  <a:pt x="6437376" y="579990"/>
                </a:lnTo>
                <a:lnTo>
                  <a:pt x="6510528" y="585316"/>
                </a:lnTo>
                <a:lnTo>
                  <a:pt x="6583680" y="589036"/>
                </a:lnTo>
                <a:lnTo>
                  <a:pt x="6656832" y="590722"/>
                </a:lnTo>
                <a:lnTo>
                  <a:pt x="6729984" y="589983"/>
                </a:lnTo>
                <a:lnTo>
                  <a:pt x="6803136" y="586475"/>
                </a:lnTo>
                <a:lnTo>
                  <a:pt x="6876288" y="579913"/>
                </a:lnTo>
                <a:lnTo>
                  <a:pt x="6949440" y="570082"/>
                </a:lnTo>
                <a:lnTo>
                  <a:pt x="7022592" y="556845"/>
                </a:lnTo>
                <a:lnTo>
                  <a:pt x="7095744" y="540149"/>
                </a:lnTo>
                <a:lnTo>
                  <a:pt x="7168896" y="520026"/>
                </a:lnTo>
                <a:lnTo>
                  <a:pt x="7242048" y="496600"/>
                </a:lnTo>
                <a:lnTo>
                  <a:pt x="7315200" y="470080"/>
                </a:lnTo>
                <a:lnTo>
                  <a:pt x="7388352" y="440760"/>
                </a:lnTo>
                <a:lnTo>
                  <a:pt x="7461504" y="409012"/>
                </a:lnTo>
                <a:lnTo>
                  <a:pt x="7534656" y="375279"/>
                </a:lnTo>
                <a:lnTo>
                  <a:pt x="7607808" y="340060"/>
                </a:lnTo>
                <a:lnTo>
                  <a:pt x="7680960" y="303907"/>
                </a:lnTo>
                <a:lnTo>
                  <a:pt x="7754112" y="267403"/>
                </a:lnTo>
                <a:lnTo>
                  <a:pt x="7827264" y="231154"/>
                </a:lnTo>
                <a:lnTo>
                  <a:pt x="7900416" y="195771"/>
                </a:lnTo>
                <a:lnTo>
                  <a:pt x="7973568" y="16185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Freeform 19"/>
          <p:cNvSpPr/>
          <p:nvPr/>
        </p:nvSpPr>
        <p:spPr>
          <a:xfrm>
            <a:off x="4160520" y="5906113"/>
            <a:ext cx="7973568" cy="650534"/>
          </a:xfrm>
          <a:custGeom>
            <a:avLst/>
            <a:gdLst/>
            <a:ahLst/>
            <a:cxnLst/>
            <a:rect l="l" t="t" r="r" b="b"/>
            <a:pathLst>
              <a:path w="7973568" h="650534">
                <a:moveTo>
                  <a:pt x="0" y="512179"/>
                </a:moveTo>
                <a:lnTo>
                  <a:pt x="73152" y="498133"/>
                </a:lnTo>
                <a:lnTo>
                  <a:pt x="146304" y="485877"/>
                </a:lnTo>
                <a:lnTo>
                  <a:pt x="219456" y="475541"/>
                </a:lnTo>
                <a:lnTo>
                  <a:pt x="292608" y="467175"/>
                </a:lnTo>
                <a:lnTo>
                  <a:pt x="365760" y="460746"/>
                </a:lnTo>
                <a:lnTo>
                  <a:pt x="438912" y="456144"/>
                </a:lnTo>
                <a:lnTo>
                  <a:pt x="512064" y="453185"/>
                </a:lnTo>
                <a:lnTo>
                  <a:pt x="585216" y="451617"/>
                </a:lnTo>
                <a:lnTo>
                  <a:pt x="658368" y="451129"/>
                </a:lnTo>
                <a:lnTo>
                  <a:pt x="731520" y="451365"/>
                </a:lnTo>
                <a:lnTo>
                  <a:pt x="804672" y="451931"/>
                </a:lnTo>
                <a:lnTo>
                  <a:pt x="877824" y="452411"/>
                </a:lnTo>
                <a:lnTo>
                  <a:pt x="950976" y="452379"/>
                </a:lnTo>
                <a:lnTo>
                  <a:pt x="1024128" y="451416"/>
                </a:lnTo>
                <a:lnTo>
                  <a:pt x="1097280" y="449121"/>
                </a:lnTo>
                <a:lnTo>
                  <a:pt x="1170432" y="445127"/>
                </a:lnTo>
                <a:lnTo>
                  <a:pt x="1243584" y="439110"/>
                </a:lnTo>
                <a:lnTo>
                  <a:pt x="1316736" y="430805"/>
                </a:lnTo>
                <a:lnTo>
                  <a:pt x="1389888" y="420012"/>
                </a:lnTo>
                <a:lnTo>
                  <a:pt x="1463040" y="406606"/>
                </a:lnTo>
                <a:lnTo>
                  <a:pt x="1536192" y="390541"/>
                </a:lnTo>
                <a:lnTo>
                  <a:pt x="1609344" y="371855"/>
                </a:lnTo>
                <a:lnTo>
                  <a:pt x="1682496" y="350672"/>
                </a:lnTo>
                <a:lnTo>
                  <a:pt x="1755648" y="327197"/>
                </a:lnTo>
                <a:lnTo>
                  <a:pt x="1828800" y="301715"/>
                </a:lnTo>
                <a:lnTo>
                  <a:pt x="1901952" y="274586"/>
                </a:lnTo>
                <a:lnTo>
                  <a:pt x="1975104" y="246232"/>
                </a:lnTo>
                <a:lnTo>
                  <a:pt x="2048256" y="217133"/>
                </a:lnTo>
                <a:lnTo>
                  <a:pt x="2121408" y="187809"/>
                </a:lnTo>
                <a:lnTo>
                  <a:pt x="2194560" y="158814"/>
                </a:lnTo>
                <a:lnTo>
                  <a:pt x="2267712" y="130714"/>
                </a:lnTo>
                <a:lnTo>
                  <a:pt x="2340864" y="104077"/>
                </a:lnTo>
                <a:lnTo>
                  <a:pt x="2414016" y="79460"/>
                </a:lnTo>
                <a:lnTo>
                  <a:pt x="2487168" y="57388"/>
                </a:lnTo>
                <a:lnTo>
                  <a:pt x="2560320" y="38346"/>
                </a:lnTo>
                <a:lnTo>
                  <a:pt x="2633472" y="22763"/>
                </a:lnTo>
                <a:lnTo>
                  <a:pt x="2706624" y="11001"/>
                </a:lnTo>
                <a:lnTo>
                  <a:pt x="2779776" y="3346"/>
                </a:lnTo>
                <a:lnTo>
                  <a:pt x="2852928" y="0"/>
                </a:lnTo>
                <a:lnTo>
                  <a:pt x="2926080" y="1073"/>
                </a:lnTo>
                <a:lnTo>
                  <a:pt x="2999232" y="6585"/>
                </a:lnTo>
                <a:lnTo>
                  <a:pt x="3072384" y="16460"/>
                </a:lnTo>
                <a:lnTo>
                  <a:pt x="3145536" y="30529"/>
                </a:lnTo>
                <a:lnTo>
                  <a:pt x="3218688" y="48537"/>
                </a:lnTo>
                <a:lnTo>
                  <a:pt x="3291840" y="70146"/>
                </a:lnTo>
                <a:lnTo>
                  <a:pt x="3364992" y="94945"/>
                </a:lnTo>
                <a:lnTo>
                  <a:pt x="3438144" y="122462"/>
                </a:lnTo>
                <a:lnTo>
                  <a:pt x="3511296" y="152173"/>
                </a:lnTo>
                <a:lnTo>
                  <a:pt x="3584448" y="183519"/>
                </a:lnTo>
                <a:lnTo>
                  <a:pt x="3657600" y="215915"/>
                </a:lnTo>
                <a:lnTo>
                  <a:pt x="3730752" y="248772"/>
                </a:lnTo>
                <a:lnTo>
                  <a:pt x="3803904" y="281508"/>
                </a:lnTo>
                <a:lnTo>
                  <a:pt x="3877056" y="313560"/>
                </a:lnTo>
                <a:lnTo>
                  <a:pt x="3950208" y="344404"/>
                </a:lnTo>
                <a:lnTo>
                  <a:pt x="4023360" y="373563"/>
                </a:lnTo>
                <a:lnTo>
                  <a:pt x="4096512" y="400621"/>
                </a:lnTo>
                <a:lnTo>
                  <a:pt x="4169664" y="425231"/>
                </a:lnTo>
                <a:lnTo>
                  <a:pt x="4242816" y="447123"/>
                </a:lnTo>
                <a:lnTo>
                  <a:pt x="4315968" y="466112"/>
                </a:lnTo>
                <a:lnTo>
                  <a:pt x="4389120" y="482095"/>
                </a:lnTo>
                <a:lnTo>
                  <a:pt x="4462272" y="495059"/>
                </a:lnTo>
                <a:lnTo>
                  <a:pt x="4535424" y="505073"/>
                </a:lnTo>
                <a:lnTo>
                  <a:pt x="4608576" y="512287"/>
                </a:lnTo>
                <a:lnTo>
                  <a:pt x="4681728" y="516926"/>
                </a:lnTo>
                <a:lnTo>
                  <a:pt x="4754880" y="519279"/>
                </a:lnTo>
                <a:lnTo>
                  <a:pt x="4828032" y="519690"/>
                </a:lnTo>
                <a:lnTo>
                  <a:pt x="4901184" y="518546"/>
                </a:lnTo>
                <a:lnTo>
                  <a:pt x="4974336" y="516265"/>
                </a:lnTo>
                <a:lnTo>
                  <a:pt x="5047488" y="513282"/>
                </a:lnTo>
                <a:lnTo>
                  <a:pt x="5120640" y="510031"/>
                </a:lnTo>
                <a:lnTo>
                  <a:pt x="5193792" y="506938"/>
                </a:lnTo>
                <a:lnTo>
                  <a:pt x="5266944" y="504402"/>
                </a:lnTo>
                <a:lnTo>
                  <a:pt x="5340096" y="502783"/>
                </a:lnTo>
                <a:lnTo>
                  <a:pt x="5413248" y="502392"/>
                </a:lnTo>
                <a:lnTo>
                  <a:pt x="5486400" y="503479"/>
                </a:lnTo>
                <a:lnTo>
                  <a:pt x="5559552" y="506226"/>
                </a:lnTo>
                <a:lnTo>
                  <a:pt x="5632704" y="510740"/>
                </a:lnTo>
                <a:lnTo>
                  <a:pt x="5705856" y="517051"/>
                </a:lnTo>
                <a:lnTo>
                  <a:pt x="5779008" y="525106"/>
                </a:lnTo>
                <a:lnTo>
                  <a:pt x="5852160" y="534776"/>
                </a:lnTo>
                <a:lnTo>
                  <a:pt x="5925312" y="545852"/>
                </a:lnTo>
                <a:lnTo>
                  <a:pt x="5998464" y="558057"/>
                </a:lnTo>
                <a:lnTo>
                  <a:pt x="6071616" y="571049"/>
                </a:lnTo>
                <a:lnTo>
                  <a:pt x="6144768" y="584435"/>
                </a:lnTo>
                <a:lnTo>
                  <a:pt x="6217920" y="597777"/>
                </a:lnTo>
                <a:lnTo>
                  <a:pt x="6291072" y="610609"/>
                </a:lnTo>
                <a:lnTo>
                  <a:pt x="6364224" y="622447"/>
                </a:lnTo>
                <a:lnTo>
                  <a:pt x="6437376" y="632809"/>
                </a:lnTo>
                <a:lnTo>
                  <a:pt x="6510528" y="641222"/>
                </a:lnTo>
                <a:lnTo>
                  <a:pt x="6583680" y="647242"/>
                </a:lnTo>
                <a:lnTo>
                  <a:pt x="6656832" y="650463"/>
                </a:lnTo>
                <a:lnTo>
                  <a:pt x="6729984" y="650534"/>
                </a:lnTo>
                <a:lnTo>
                  <a:pt x="6803136" y="647168"/>
                </a:lnTo>
                <a:lnTo>
                  <a:pt x="6876288" y="640151"/>
                </a:lnTo>
                <a:lnTo>
                  <a:pt x="6949440" y="629352"/>
                </a:lnTo>
                <a:lnTo>
                  <a:pt x="7022592" y="614726"/>
                </a:lnTo>
                <a:lnTo>
                  <a:pt x="7095744" y="596317"/>
                </a:lnTo>
                <a:lnTo>
                  <a:pt x="7168896" y="574261"/>
                </a:lnTo>
                <a:lnTo>
                  <a:pt x="7242048" y="548782"/>
                </a:lnTo>
                <a:lnTo>
                  <a:pt x="7315200" y="520188"/>
                </a:lnTo>
                <a:lnTo>
                  <a:pt x="7388352" y="488867"/>
                </a:lnTo>
                <a:lnTo>
                  <a:pt x="7461504" y="455275"/>
                </a:lnTo>
                <a:lnTo>
                  <a:pt x="7534656" y="419924"/>
                </a:lnTo>
                <a:lnTo>
                  <a:pt x="7607808" y="383378"/>
                </a:lnTo>
                <a:lnTo>
                  <a:pt x="7680960" y="346228"/>
                </a:lnTo>
                <a:lnTo>
                  <a:pt x="7754112" y="309086"/>
                </a:lnTo>
                <a:lnTo>
                  <a:pt x="7827264" y="272569"/>
                </a:lnTo>
                <a:lnTo>
                  <a:pt x="7900416" y="237279"/>
                </a:lnTo>
                <a:lnTo>
                  <a:pt x="7973568" y="20379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Freeform 18"/>
          <p:cNvSpPr/>
          <p:nvPr/>
        </p:nvSpPr>
        <p:spPr>
          <a:xfrm>
            <a:off x="4160520" y="5886223"/>
            <a:ext cx="7973568" cy="676099"/>
          </a:xfrm>
          <a:custGeom>
            <a:avLst/>
            <a:gdLst/>
            <a:ahLst/>
            <a:cxnLst/>
            <a:rect l="l" t="t" r="r" b="b"/>
            <a:pathLst>
              <a:path w="7973568" h="676099">
                <a:moveTo>
                  <a:pt x="0" y="499230"/>
                </a:moveTo>
                <a:lnTo>
                  <a:pt x="73152" y="493239"/>
                </a:lnTo>
                <a:lnTo>
                  <a:pt x="146304" y="489075"/>
                </a:lnTo>
                <a:lnTo>
                  <a:pt x="219456" y="486731"/>
                </a:lnTo>
                <a:lnTo>
                  <a:pt x="292608" y="486123"/>
                </a:lnTo>
                <a:lnTo>
                  <a:pt x="365760" y="487090"/>
                </a:lnTo>
                <a:lnTo>
                  <a:pt x="438912" y="489399"/>
                </a:lnTo>
                <a:lnTo>
                  <a:pt x="512064" y="492756"/>
                </a:lnTo>
                <a:lnTo>
                  <a:pt x="585216" y="496810"/>
                </a:lnTo>
                <a:lnTo>
                  <a:pt x="658368" y="501170"/>
                </a:lnTo>
                <a:lnTo>
                  <a:pt x="731520" y="505412"/>
                </a:lnTo>
                <a:lnTo>
                  <a:pt x="804672" y="509098"/>
                </a:lnTo>
                <a:lnTo>
                  <a:pt x="877824" y="511786"/>
                </a:lnTo>
                <a:lnTo>
                  <a:pt x="950976" y="513044"/>
                </a:lnTo>
                <a:lnTo>
                  <a:pt x="1024128" y="512467"/>
                </a:lnTo>
                <a:lnTo>
                  <a:pt x="1097280" y="509689"/>
                </a:lnTo>
                <a:lnTo>
                  <a:pt x="1170432" y="504393"/>
                </a:lnTo>
                <a:lnTo>
                  <a:pt x="1243584" y="496327"/>
                </a:lnTo>
                <a:lnTo>
                  <a:pt x="1316736" y="485308"/>
                </a:lnTo>
                <a:lnTo>
                  <a:pt x="1389888" y="471232"/>
                </a:lnTo>
                <a:lnTo>
                  <a:pt x="1463040" y="454078"/>
                </a:lnTo>
                <a:lnTo>
                  <a:pt x="1536192" y="433912"/>
                </a:lnTo>
                <a:lnTo>
                  <a:pt x="1609344" y="410886"/>
                </a:lnTo>
                <a:lnTo>
                  <a:pt x="1682496" y="385237"/>
                </a:lnTo>
                <a:lnTo>
                  <a:pt x="1755648" y="357282"/>
                </a:lnTo>
                <a:lnTo>
                  <a:pt x="1828800" y="327410"/>
                </a:lnTo>
                <a:lnTo>
                  <a:pt x="1901952" y="296075"/>
                </a:lnTo>
                <a:lnTo>
                  <a:pt x="1975104" y="263785"/>
                </a:lnTo>
                <a:lnTo>
                  <a:pt x="2048256" y="231087"/>
                </a:lnTo>
                <a:lnTo>
                  <a:pt x="2121408" y="198558"/>
                </a:lnTo>
                <a:lnTo>
                  <a:pt x="2194560" y="166787"/>
                </a:lnTo>
                <a:lnTo>
                  <a:pt x="2267712" y="136359"/>
                </a:lnTo>
                <a:lnTo>
                  <a:pt x="2340864" y="107847"/>
                </a:lnTo>
                <a:lnTo>
                  <a:pt x="2414016" y="81788"/>
                </a:lnTo>
                <a:lnTo>
                  <a:pt x="2487168" y="58677"/>
                </a:lnTo>
                <a:lnTo>
                  <a:pt x="2560320" y="38950"/>
                </a:lnTo>
                <a:lnTo>
                  <a:pt x="2633472" y="22973"/>
                </a:lnTo>
                <a:lnTo>
                  <a:pt x="2706624" y="11036"/>
                </a:lnTo>
                <a:lnTo>
                  <a:pt x="2779776" y="3341"/>
                </a:lnTo>
                <a:lnTo>
                  <a:pt x="2852928" y="0"/>
                </a:lnTo>
                <a:lnTo>
                  <a:pt x="2926080" y="1034"/>
                </a:lnTo>
                <a:lnTo>
                  <a:pt x="2999232" y="6368"/>
                </a:lnTo>
                <a:lnTo>
                  <a:pt x="3072384" y="15836"/>
                </a:lnTo>
                <a:lnTo>
                  <a:pt x="3145536" y="29186"/>
                </a:lnTo>
                <a:lnTo>
                  <a:pt x="3218688" y="46089"/>
                </a:lnTo>
                <a:lnTo>
                  <a:pt x="3291840" y="66141"/>
                </a:lnTo>
                <a:lnTo>
                  <a:pt x="3364992" y="88883"/>
                </a:lnTo>
                <a:lnTo>
                  <a:pt x="3438144" y="113807"/>
                </a:lnTo>
                <a:lnTo>
                  <a:pt x="3511296" y="140372"/>
                </a:lnTo>
                <a:lnTo>
                  <a:pt x="3584448" y="168018"/>
                </a:lnTo>
                <a:lnTo>
                  <a:pt x="3657600" y="196181"/>
                </a:lnTo>
                <a:lnTo>
                  <a:pt x="3730752" y="224307"/>
                </a:lnTo>
                <a:lnTo>
                  <a:pt x="3803904" y="251869"/>
                </a:lnTo>
                <a:lnTo>
                  <a:pt x="3877056" y="278377"/>
                </a:lnTo>
                <a:lnTo>
                  <a:pt x="3950208" y="303391"/>
                </a:lnTo>
                <a:lnTo>
                  <a:pt x="4023360" y="326534"/>
                </a:lnTo>
                <a:lnTo>
                  <a:pt x="4096512" y="347500"/>
                </a:lnTo>
                <a:lnTo>
                  <a:pt x="4169664" y="366057"/>
                </a:lnTo>
                <a:lnTo>
                  <a:pt x="4242816" y="382060"/>
                </a:lnTo>
                <a:lnTo>
                  <a:pt x="4315968" y="395444"/>
                </a:lnTo>
                <a:lnTo>
                  <a:pt x="4389120" y="406229"/>
                </a:lnTo>
                <a:lnTo>
                  <a:pt x="4462272" y="414519"/>
                </a:lnTo>
                <a:lnTo>
                  <a:pt x="4535424" y="420490"/>
                </a:lnTo>
                <a:lnTo>
                  <a:pt x="4608576" y="424391"/>
                </a:lnTo>
                <a:lnTo>
                  <a:pt x="4681728" y="426528"/>
                </a:lnTo>
                <a:lnTo>
                  <a:pt x="4754880" y="427258"/>
                </a:lnTo>
                <a:lnTo>
                  <a:pt x="4828032" y="426976"/>
                </a:lnTo>
                <a:lnTo>
                  <a:pt x="4901184" y="426099"/>
                </a:lnTo>
                <a:lnTo>
                  <a:pt x="4974336" y="425054"/>
                </a:lnTo>
                <a:lnTo>
                  <a:pt x="5047488" y="424264"/>
                </a:lnTo>
                <a:lnTo>
                  <a:pt x="5120640" y="424136"/>
                </a:lnTo>
                <a:lnTo>
                  <a:pt x="5193792" y="425043"/>
                </a:lnTo>
                <a:lnTo>
                  <a:pt x="5266944" y="427313"/>
                </a:lnTo>
                <a:lnTo>
                  <a:pt x="5340096" y="431223"/>
                </a:lnTo>
                <a:lnTo>
                  <a:pt x="5413248" y="436982"/>
                </a:lnTo>
                <a:lnTo>
                  <a:pt x="5486400" y="444728"/>
                </a:lnTo>
                <a:lnTo>
                  <a:pt x="5559552" y="454521"/>
                </a:lnTo>
                <a:lnTo>
                  <a:pt x="5632704" y="466340"/>
                </a:lnTo>
                <a:lnTo>
                  <a:pt x="5705856" y="480084"/>
                </a:lnTo>
                <a:lnTo>
                  <a:pt x="5779008" y="495571"/>
                </a:lnTo>
                <a:lnTo>
                  <a:pt x="5852160" y="512543"/>
                </a:lnTo>
                <a:lnTo>
                  <a:pt x="5925312" y="530674"/>
                </a:lnTo>
                <a:lnTo>
                  <a:pt x="5998464" y="549575"/>
                </a:lnTo>
                <a:lnTo>
                  <a:pt x="6071616" y="568807"/>
                </a:lnTo>
                <a:lnTo>
                  <a:pt x="6144768" y="587894"/>
                </a:lnTo>
                <a:lnTo>
                  <a:pt x="6217920" y="606332"/>
                </a:lnTo>
                <a:lnTo>
                  <a:pt x="6291072" y="623605"/>
                </a:lnTo>
                <a:lnTo>
                  <a:pt x="6364224" y="639203"/>
                </a:lnTo>
                <a:lnTo>
                  <a:pt x="6437376" y="652629"/>
                </a:lnTo>
                <a:lnTo>
                  <a:pt x="6510528" y="663420"/>
                </a:lnTo>
                <a:lnTo>
                  <a:pt x="6583680" y="671158"/>
                </a:lnTo>
                <a:lnTo>
                  <a:pt x="6656832" y="675482"/>
                </a:lnTo>
                <a:lnTo>
                  <a:pt x="6729984" y="676099"/>
                </a:lnTo>
                <a:lnTo>
                  <a:pt x="6803136" y="672794"/>
                </a:lnTo>
                <a:lnTo>
                  <a:pt x="6876288" y="665436"/>
                </a:lnTo>
                <a:lnTo>
                  <a:pt x="6949440" y="653983"/>
                </a:lnTo>
                <a:lnTo>
                  <a:pt x="7022592" y="638487"/>
                </a:lnTo>
                <a:lnTo>
                  <a:pt x="7095744" y="619089"/>
                </a:lnTo>
                <a:lnTo>
                  <a:pt x="7168896" y="596020"/>
                </a:lnTo>
                <a:lnTo>
                  <a:pt x="7242048" y="569598"/>
                </a:lnTo>
                <a:lnTo>
                  <a:pt x="7315200" y="540214"/>
                </a:lnTo>
                <a:lnTo>
                  <a:pt x="7388352" y="508330"/>
                </a:lnTo>
                <a:lnTo>
                  <a:pt x="7461504" y="474464"/>
                </a:lnTo>
                <a:lnTo>
                  <a:pt x="7534656" y="439179"/>
                </a:lnTo>
                <a:lnTo>
                  <a:pt x="7607808" y="403068"/>
                </a:lnTo>
                <a:lnTo>
                  <a:pt x="7680960" y="366740"/>
                </a:lnTo>
                <a:lnTo>
                  <a:pt x="7754112" y="330803"/>
                </a:lnTo>
                <a:lnTo>
                  <a:pt x="7827264" y="295854"/>
                </a:lnTo>
                <a:lnTo>
                  <a:pt x="7900416" y="262460"/>
                </a:lnTo>
                <a:lnTo>
                  <a:pt x="7973568" y="23114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Freeform 17"/>
          <p:cNvSpPr/>
          <p:nvPr/>
        </p:nvSpPr>
        <p:spPr>
          <a:xfrm>
            <a:off x="4160520" y="5882957"/>
            <a:ext cx="7973568" cy="667340"/>
          </a:xfrm>
          <a:custGeom>
            <a:avLst/>
            <a:gdLst/>
            <a:ahLst/>
            <a:cxnLst/>
            <a:rect l="l" t="t" r="r" b="b"/>
            <a:pathLst>
              <a:path w="7973568" h="667340">
                <a:moveTo>
                  <a:pt x="0" y="462002"/>
                </a:moveTo>
                <a:lnTo>
                  <a:pt x="73152" y="464021"/>
                </a:lnTo>
                <a:lnTo>
                  <a:pt x="146304" y="467818"/>
                </a:lnTo>
                <a:lnTo>
                  <a:pt x="219456" y="473257"/>
                </a:lnTo>
                <a:lnTo>
                  <a:pt x="292608" y="480125"/>
                </a:lnTo>
                <a:lnTo>
                  <a:pt x="365760" y="488141"/>
                </a:lnTo>
                <a:lnTo>
                  <a:pt x="438912" y="496963"/>
                </a:lnTo>
                <a:lnTo>
                  <a:pt x="512064" y="506201"/>
                </a:lnTo>
                <a:lnTo>
                  <a:pt x="585216" y="515425"/>
                </a:lnTo>
                <a:lnTo>
                  <a:pt x="658368" y="524182"/>
                </a:lnTo>
                <a:lnTo>
                  <a:pt x="731520" y="532005"/>
                </a:lnTo>
                <a:lnTo>
                  <a:pt x="804672" y="538432"/>
                </a:lnTo>
                <a:lnTo>
                  <a:pt x="877824" y="543016"/>
                </a:lnTo>
                <a:lnTo>
                  <a:pt x="950976" y="545343"/>
                </a:lnTo>
                <a:lnTo>
                  <a:pt x="1024128" y="545043"/>
                </a:lnTo>
                <a:lnTo>
                  <a:pt x="1097280" y="541801"/>
                </a:lnTo>
                <a:lnTo>
                  <a:pt x="1170432" y="535370"/>
                </a:lnTo>
                <a:lnTo>
                  <a:pt x="1243584" y="525577"/>
                </a:lnTo>
                <a:lnTo>
                  <a:pt x="1316736" y="512334"/>
                </a:lnTo>
                <a:lnTo>
                  <a:pt x="1389888" y="495636"/>
                </a:lnTo>
                <a:lnTo>
                  <a:pt x="1463040" y="475569"/>
                </a:lnTo>
                <a:lnTo>
                  <a:pt x="1536192" y="452306"/>
                </a:lnTo>
                <a:lnTo>
                  <a:pt x="1609344" y="426107"/>
                </a:lnTo>
                <a:lnTo>
                  <a:pt x="1682496" y="397310"/>
                </a:lnTo>
                <a:lnTo>
                  <a:pt x="1755648" y="366328"/>
                </a:lnTo>
                <a:lnTo>
                  <a:pt x="1828800" y="333634"/>
                </a:lnTo>
                <a:lnTo>
                  <a:pt x="1901952" y="299756"/>
                </a:lnTo>
                <a:lnTo>
                  <a:pt x="1975104" y="265258"/>
                </a:lnTo>
                <a:lnTo>
                  <a:pt x="2048256" y="230733"/>
                </a:lnTo>
                <a:lnTo>
                  <a:pt x="2121408" y="196780"/>
                </a:lnTo>
                <a:lnTo>
                  <a:pt x="2194560" y="163997"/>
                </a:lnTo>
                <a:lnTo>
                  <a:pt x="2267712" y="132960"/>
                </a:lnTo>
                <a:lnTo>
                  <a:pt x="2340864" y="104214"/>
                </a:lnTo>
                <a:lnTo>
                  <a:pt x="2414016" y="78252"/>
                </a:lnTo>
                <a:lnTo>
                  <a:pt x="2487168" y="55512"/>
                </a:lnTo>
                <a:lnTo>
                  <a:pt x="2560320" y="36357"/>
                </a:lnTo>
                <a:lnTo>
                  <a:pt x="2633472" y="21075"/>
                </a:lnTo>
                <a:lnTo>
                  <a:pt x="2706624" y="9864"/>
                </a:lnTo>
                <a:lnTo>
                  <a:pt x="2779776" y="2834"/>
                </a:lnTo>
                <a:lnTo>
                  <a:pt x="2852928" y="0"/>
                </a:lnTo>
                <a:lnTo>
                  <a:pt x="2926080" y="1287"/>
                </a:lnTo>
                <a:lnTo>
                  <a:pt x="2999232" y="6529"/>
                </a:lnTo>
                <a:lnTo>
                  <a:pt x="3072384" y="15479"/>
                </a:lnTo>
                <a:lnTo>
                  <a:pt x="3145536" y="27810"/>
                </a:lnTo>
                <a:lnTo>
                  <a:pt x="3218688" y="43131"/>
                </a:lnTo>
                <a:lnTo>
                  <a:pt x="3291840" y="60994"/>
                </a:lnTo>
                <a:lnTo>
                  <a:pt x="3364992" y="80909"/>
                </a:lnTo>
                <a:lnTo>
                  <a:pt x="3438144" y="102357"/>
                </a:lnTo>
                <a:lnTo>
                  <a:pt x="3511296" y="124803"/>
                </a:lnTo>
                <a:lnTo>
                  <a:pt x="3584448" y="147712"/>
                </a:lnTo>
                <a:lnTo>
                  <a:pt x="3657600" y="170566"/>
                </a:lnTo>
                <a:lnTo>
                  <a:pt x="3730752" y="192874"/>
                </a:lnTo>
                <a:lnTo>
                  <a:pt x="3803904" y="214185"/>
                </a:lnTo>
                <a:lnTo>
                  <a:pt x="3877056" y="234103"/>
                </a:lnTo>
                <a:lnTo>
                  <a:pt x="3950208" y="252296"/>
                </a:lnTo>
                <a:lnTo>
                  <a:pt x="4023360" y="268502"/>
                </a:lnTo>
                <a:lnTo>
                  <a:pt x="4096512" y="282538"/>
                </a:lnTo>
                <a:lnTo>
                  <a:pt x="4169664" y="294300"/>
                </a:lnTo>
                <a:lnTo>
                  <a:pt x="4242816" y="303770"/>
                </a:lnTo>
                <a:lnTo>
                  <a:pt x="4315968" y="311010"/>
                </a:lnTo>
                <a:lnTo>
                  <a:pt x="4389120" y="316160"/>
                </a:lnTo>
                <a:lnTo>
                  <a:pt x="4462272" y="319433"/>
                </a:lnTo>
                <a:lnTo>
                  <a:pt x="4535424" y="321106"/>
                </a:lnTo>
                <a:lnTo>
                  <a:pt x="4608576" y="321513"/>
                </a:lnTo>
                <a:lnTo>
                  <a:pt x="4681728" y="321028"/>
                </a:lnTo>
                <a:lnTo>
                  <a:pt x="4754880" y="320060"/>
                </a:lnTo>
                <a:lnTo>
                  <a:pt x="4828032" y="319032"/>
                </a:lnTo>
                <a:lnTo>
                  <a:pt x="4901184" y="318373"/>
                </a:lnTo>
                <a:lnTo>
                  <a:pt x="4974336" y="318500"/>
                </a:lnTo>
                <a:lnTo>
                  <a:pt x="5047488" y="319807"/>
                </a:lnTo>
                <a:lnTo>
                  <a:pt x="5120640" y="322647"/>
                </a:lnTo>
                <a:lnTo>
                  <a:pt x="5193792" y="327328"/>
                </a:lnTo>
                <a:lnTo>
                  <a:pt x="5266944" y="334095"/>
                </a:lnTo>
                <a:lnTo>
                  <a:pt x="5340096" y="343124"/>
                </a:lnTo>
                <a:lnTo>
                  <a:pt x="5413248" y="354516"/>
                </a:lnTo>
                <a:lnTo>
                  <a:pt x="5486400" y="368290"/>
                </a:lnTo>
                <a:lnTo>
                  <a:pt x="5559552" y="384384"/>
                </a:lnTo>
                <a:lnTo>
                  <a:pt x="5632704" y="402651"/>
                </a:lnTo>
                <a:lnTo>
                  <a:pt x="5705856" y="422865"/>
                </a:lnTo>
                <a:lnTo>
                  <a:pt x="5779008" y="444725"/>
                </a:lnTo>
                <a:lnTo>
                  <a:pt x="5852160" y="467861"/>
                </a:lnTo>
                <a:lnTo>
                  <a:pt x="5925312" y="491842"/>
                </a:lnTo>
                <a:lnTo>
                  <a:pt x="5998464" y="516192"/>
                </a:lnTo>
                <a:lnTo>
                  <a:pt x="6071616" y="540397"/>
                </a:lnTo>
                <a:lnTo>
                  <a:pt x="6144768" y="563921"/>
                </a:lnTo>
                <a:lnTo>
                  <a:pt x="6217920" y="586221"/>
                </a:lnTo>
                <a:lnTo>
                  <a:pt x="6291072" y="606760"/>
                </a:lnTo>
                <a:lnTo>
                  <a:pt x="6364224" y="625022"/>
                </a:lnTo>
                <a:lnTo>
                  <a:pt x="6437376" y="640528"/>
                </a:lnTo>
                <a:lnTo>
                  <a:pt x="6510528" y="652846"/>
                </a:lnTo>
                <a:lnTo>
                  <a:pt x="6583680" y="661606"/>
                </a:lnTo>
                <a:lnTo>
                  <a:pt x="6656832" y="666510"/>
                </a:lnTo>
                <a:lnTo>
                  <a:pt x="6729984" y="667340"/>
                </a:lnTo>
                <a:lnTo>
                  <a:pt x="6803136" y="663964"/>
                </a:lnTo>
                <a:lnTo>
                  <a:pt x="6876288" y="656342"/>
                </a:lnTo>
                <a:lnTo>
                  <a:pt x="6949440" y="644527"/>
                </a:lnTo>
                <a:lnTo>
                  <a:pt x="7022592" y="628663"/>
                </a:lnTo>
                <a:lnTo>
                  <a:pt x="7095744" y="608984"/>
                </a:lnTo>
                <a:lnTo>
                  <a:pt x="7168896" y="585808"/>
                </a:lnTo>
                <a:lnTo>
                  <a:pt x="7242048" y="559528"/>
                </a:lnTo>
                <a:lnTo>
                  <a:pt x="7315200" y="530604"/>
                </a:lnTo>
                <a:lnTo>
                  <a:pt x="7388352" y="499551"/>
                </a:lnTo>
                <a:lnTo>
                  <a:pt x="7461504" y="466925"/>
                </a:lnTo>
                <a:lnTo>
                  <a:pt x="7534656" y="433310"/>
                </a:lnTo>
                <a:lnTo>
                  <a:pt x="7607808" y="399302"/>
                </a:lnTo>
                <a:lnTo>
                  <a:pt x="7680960" y="365498"/>
                </a:lnTo>
                <a:lnTo>
                  <a:pt x="7754112" y="332475"/>
                </a:lnTo>
                <a:lnTo>
                  <a:pt x="7827264" y="300780"/>
                </a:lnTo>
                <a:lnTo>
                  <a:pt x="7900416" y="270917"/>
                </a:lnTo>
                <a:lnTo>
                  <a:pt x="7973568" y="24333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Freeform 16"/>
          <p:cNvSpPr/>
          <p:nvPr/>
        </p:nvSpPr>
        <p:spPr>
          <a:xfrm>
            <a:off x="4160520" y="5893910"/>
            <a:ext cx="7973568" cy="626658"/>
          </a:xfrm>
          <a:custGeom>
            <a:avLst/>
            <a:gdLst/>
            <a:ahLst/>
            <a:cxnLst/>
            <a:rect l="l" t="t" r="r" b="b"/>
            <a:pathLst>
              <a:path w="7973568" h="626658">
                <a:moveTo>
                  <a:pt x="0" y="404359"/>
                </a:moveTo>
                <a:lnTo>
                  <a:pt x="73152" y="413944"/>
                </a:lnTo>
                <a:lnTo>
                  <a:pt x="146304" y="425177"/>
                </a:lnTo>
                <a:lnTo>
                  <a:pt x="219456" y="437796"/>
                </a:lnTo>
                <a:lnTo>
                  <a:pt x="292608" y="451472"/>
                </a:lnTo>
                <a:lnTo>
                  <a:pt x="365760" y="465820"/>
                </a:lnTo>
                <a:lnTo>
                  <a:pt x="438912" y="480408"/>
                </a:lnTo>
                <a:lnTo>
                  <a:pt x="512064" y="494769"/>
                </a:lnTo>
                <a:lnTo>
                  <a:pt x="585216" y="508418"/>
                </a:lnTo>
                <a:lnTo>
                  <a:pt x="658368" y="520862"/>
                </a:lnTo>
                <a:lnTo>
                  <a:pt x="731520" y="531614"/>
                </a:lnTo>
                <a:lnTo>
                  <a:pt x="804672" y="540214"/>
                </a:lnTo>
                <a:lnTo>
                  <a:pt x="877824" y="546233"/>
                </a:lnTo>
                <a:lnTo>
                  <a:pt x="950976" y="549295"/>
                </a:lnTo>
                <a:lnTo>
                  <a:pt x="1024128" y="549083"/>
                </a:lnTo>
                <a:lnTo>
                  <a:pt x="1097280" y="545351"/>
                </a:lnTo>
                <a:lnTo>
                  <a:pt x="1170432" y="537933"/>
                </a:lnTo>
                <a:lnTo>
                  <a:pt x="1243584" y="526747"/>
                </a:lnTo>
                <a:lnTo>
                  <a:pt x="1316736" y="511802"/>
                </a:lnTo>
                <a:lnTo>
                  <a:pt x="1389888" y="493195"/>
                </a:lnTo>
                <a:lnTo>
                  <a:pt x="1463040" y="471115"/>
                </a:lnTo>
                <a:lnTo>
                  <a:pt x="1536192" y="445834"/>
                </a:lnTo>
                <a:lnTo>
                  <a:pt x="1609344" y="417706"/>
                </a:lnTo>
                <a:lnTo>
                  <a:pt x="1682496" y="387156"/>
                </a:lnTo>
                <a:lnTo>
                  <a:pt x="1755648" y="354671"/>
                </a:lnTo>
                <a:lnTo>
                  <a:pt x="1828800" y="320787"/>
                </a:lnTo>
                <a:lnTo>
                  <a:pt x="1901952" y="286078"/>
                </a:lnTo>
                <a:lnTo>
                  <a:pt x="1975104" y="251141"/>
                </a:lnTo>
                <a:lnTo>
                  <a:pt x="2048256" y="216579"/>
                </a:lnTo>
                <a:lnTo>
                  <a:pt x="2121408" y="182990"/>
                </a:lnTo>
                <a:lnTo>
                  <a:pt x="2194560" y="150948"/>
                </a:lnTo>
                <a:lnTo>
                  <a:pt x="2267712" y="120991"/>
                </a:lnTo>
                <a:lnTo>
                  <a:pt x="2340864" y="93608"/>
                </a:lnTo>
                <a:lnTo>
                  <a:pt x="2414016" y="69227"/>
                </a:lnTo>
                <a:lnTo>
                  <a:pt x="2487168" y="48204"/>
                </a:lnTo>
                <a:lnTo>
                  <a:pt x="2560320" y="30812"/>
                </a:lnTo>
                <a:lnTo>
                  <a:pt x="2633472" y="17242"/>
                </a:lnTo>
                <a:lnTo>
                  <a:pt x="2706624" y="7593"/>
                </a:lnTo>
                <a:lnTo>
                  <a:pt x="2779776" y="1873"/>
                </a:lnTo>
                <a:lnTo>
                  <a:pt x="2852928" y="0"/>
                </a:lnTo>
                <a:lnTo>
                  <a:pt x="2926080" y="1804"/>
                </a:lnTo>
                <a:lnTo>
                  <a:pt x="2999232" y="7036"/>
                </a:lnTo>
                <a:lnTo>
                  <a:pt x="3072384" y="15375"/>
                </a:lnTo>
                <a:lnTo>
                  <a:pt x="3145536" y="26435"/>
                </a:lnTo>
                <a:lnTo>
                  <a:pt x="3218688" y="39781"/>
                </a:lnTo>
                <a:lnTo>
                  <a:pt x="3291840" y="54938"/>
                </a:lnTo>
                <a:lnTo>
                  <a:pt x="3364992" y="71409"/>
                </a:lnTo>
                <a:lnTo>
                  <a:pt x="3438144" y="88686"/>
                </a:lnTo>
                <a:lnTo>
                  <a:pt x="3511296" y="106265"/>
                </a:lnTo>
                <a:lnTo>
                  <a:pt x="3584448" y="123661"/>
                </a:lnTo>
                <a:lnTo>
                  <a:pt x="3657600" y="140424"/>
                </a:lnTo>
                <a:lnTo>
                  <a:pt x="3730752" y="156145"/>
                </a:lnTo>
                <a:lnTo>
                  <a:pt x="3803904" y="170474"/>
                </a:lnTo>
                <a:lnTo>
                  <a:pt x="3877056" y="183126"/>
                </a:lnTo>
                <a:lnTo>
                  <a:pt x="3950208" y="193889"/>
                </a:lnTo>
                <a:lnTo>
                  <a:pt x="4023360" y="202628"/>
                </a:lnTo>
                <a:lnTo>
                  <a:pt x="4096512" y="209292"/>
                </a:lnTo>
                <a:lnTo>
                  <a:pt x="4169664" y="213908"/>
                </a:lnTo>
                <a:lnTo>
                  <a:pt x="4242816" y="216584"/>
                </a:lnTo>
                <a:lnTo>
                  <a:pt x="4315968" y="217506"/>
                </a:lnTo>
                <a:lnTo>
                  <a:pt x="4389120" y="216924"/>
                </a:lnTo>
                <a:lnTo>
                  <a:pt x="4462272" y="215153"/>
                </a:lnTo>
                <a:lnTo>
                  <a:pt x="4535424" y="212555"/>
                </a:lnTo>
                <a:lnTo>
                  <a:pt x="4608576" y="209531"/>
                </a:lnTo>
                <a:lnTo>
                  <a:pt x="4681728" y="206507"/>
                </a:lnTo>
                <a:lnTo>
                  <a:pt x="4754880" y="203920"/>
                </a:lnTo>
                <a:lnTo>
                  <a:pt x="4828032" y="202206"/>
                </a:lnTo>
                <a:lnTo>
                  <a:pt x="4901184" y="201781"/>
                </a:lnTo>
                <a:lnTo>
                  <a:pt x="4974336" y="203034"/>
                </a:lnTo>
                <a:lnTo>
                  <a:pt x="5047488" y="206308"/>
                </a:lnTo>
                <a:lnTo>
                  <a:pt x="5120640" y="211892"/>
                </a:lnTo>
                <a:lnTo>
                  <a:pt x="5193792" y="220009"/>
                </a:lnTo>
                <a:lnTo>
                  <a:pt x="5266944" y="230810"/>
                </a:lnTo>
                <a:lnTo>
                  <a:pt x="5340096" y="244365"/>
                </a:lnTo>
                <a:lnTo>
                  <a:pt x="5413248" y="260660"/>
                </a:lnTo>
                <a:lnTo>
                  <a:pt x="5486400" y="279599"/>
                </a:lnTo>
                <a:lnTo>
                  <a:pt x="5559552" y="300997"/>
                </a:lnTo>
                <a:lnTo>
                  <a:pt x="5632704" y="324593"/>
                </a:lnTo>
                <a:lnTo>
                  <a:pt x="5705856" y="350048"/>
                </a:lnTo>
                <a:lnTo>
                  <a:pt x="5779008" y="376955"/>
                </a:lnTo>
                <a:lnTo>
                  <a:pt x="5852160" y="404852"/>
                </a:lnTo>
                <a:lnTo>
                  <a:pt x="5925312" y="433229"/>
                </a:lnTo>
                <a:lnTo>
                  <a:pt x="5998464" y="461543"/>
                </a:lnTo>
                <a:lnTo>
                  <a:pt x="6071616" y="489233"/>
                </a:lnTo>
                <a:lnTo>
                  <a:pt x="6144768" y="515731"/>
                </a:lnTo>
                <a:lnTo>
                  <a:pt x="6217920" y="540483"/>
                </a:lnTo>
                <a:lnTo>
                  <a:pt x="6291072" y="562957"/>
                </a:lnTo>
                <a:lnTo>
                  <a:pt x="6364224" y="582660"/>
                </a:lnTo>
                <a:lnTo>
                  <a:pt x="6437376" y="599152"/>
                </a:lnTo>
                <a:lnTo>
                  <a:pt x="6510528" y="612059"/>
                </a:lnTo>
                <a:lnTo>
                  <a:pt x="6583680" y="621077"/>
                </a:lnTo>
                <a:lnTo>
                  <a:pt x="6656832" y="625987"/>
                </a:lnTo>
                <a:lnTo>
                  <a:pt x="6729984" y="626658"/>
                </a:lnTo>
                <a:lnTo>
                  <a:pt x="6803136" y="623050"/>
                </a:lnTo>
                <a:lnTo>
                  <a:pt x="6876288" y="615216"/>
                </a:lnTo>
                <a:lnTo>
                  <a:pt x="6949440" y="603303"/>
                </a:lnTo>
                <a:lnTo>
                  <a:pt x="7022592" y="587544"/>
                </a:lnTo>
                <a:lnTo>
                  <a:pt x="7095744" y="568256"/>
                </a:lnTo>
                <a:lnTo>
                  <a:pt x="7168896" y="545827"/>
                </a:lnTo>
                <a:lnTo>
                  <a:pt x="7242048" y="520712"/>
                </a:lnTo>
                <a:lnTo>
                  <a:pt x="7315200" y="493415"/>
                </a:lnTo>
                <a:lnTo>
                  <a:pt x="7388352" y="464482"/>
                </a:lnTo>
                <a:lnTo>
                  <a:pt x="7461504" y="434480"/>
                </a:lnTo>
                <a:lnTo>
                  <a:pt x="7534656" y="403987"/>
                </a:lnTo>
                <a:lnTo>
                  <a:pt x="7607808" y="373578"/>
                </a:lnTo>
                <a:lnTo>
                  <a:pt x="7680960" y="343806"/>
                </a:lnTo>
                <a:lnTo>
                  <a:pt x="7754112" y="315190"/>
                </a:lnTo>
                <a:lnTo>
                  <a:pt x="7827264" y="288203"/>
                </a:lnTo>
                <a:lnTo>
                  <a:pt x="7900416" y="263260"/>
                </a:lnTo>
                <a:lnTo>
                  <a:pt x="7973568" y="24070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4160520" y="5916076"/>
            <a:ext cx="7973568" cy="557980"/>
          </a:xfrm>
          <a:custGeom>
            <a:avLst/>
            <a:gdLst/>
            <a:ahLst/>
            <a:cxnLst/>
            <a:rect l="l" t="t" r="r" b="b"/>
            <a:pathLst>
              <a:path w="7973568" h="557980">
                <a:moveTo>
                  <a:pt x="0" y="331054"/>
                </a:moveTo>
                <a:lnTo>
                  <a:pt x="73152" y="347408"/>
                </a:lnTo>
                <a:lnTo>
                  <a:pt x="146304" y="365194"/>
                </a:lnTo>
                <a:lnTo>
                  <a:pt x="219456" y="384040"/>
                </a:lnTo>
                <a:lnTo>
                  <a:pt x="292608" y="403521"/>
                </a:lnTo>
                <a:lnTo>
                  <a:pt x="365760" y="423165"/>
                </a:lnTo>
                <a:lnTo>
                  <a:pt x="438912" y="442474"/>
                </a:lnTo>
                <a:lnTo>
                  <a:pt x="512064" y="460930"/>
                </a:lnTo>
                <a:lnTo>
                  <a:pt x="585216" y="478015"/>
                </a:lnTo>
                <a:lnTo>
                  <a:pt x="658368" y="493223"/>
                </a:lnTo>
                <a:lnTo>
                  <a:pt x="731520" y="506074"/>
                </a:lnTo>
                <a:lnTo>
                  <a:pt x="804672" y="516130"/>
                </a:lnTo>
                <a:lnTo>
                  <a:pt x="877824" y="523006"/>
                </a:lnTo>
                <a:lnTo>
                  <a:pt x="950976" y="526380"/>
                </a:lnTo>
                <a:lnTo>
                  <a:pt x="1024128" y="526007"/>
                </a:lnTo>
                <a:lnTo>
                  <a:pt x="1097280" y="521724"/>
                </a:lnTo>
                <a:lnTo>
                  <a:pt x="1170432" y="513453"/>
                </a:lnTo>
                <a:lnTo>
                  <a:pt x="1243584" y="501209"/>
                </a:lnTo>
                <a:lnTo>
                  <a:pt x="1316736" y="485099"/>
                </a:lnTo>
                <a:lnTo>
                  <a:pt x="1389888" y="465319"/>
                </a:lnTo>
                <a:lnTo>
                  <a:pt x="1463040" y="442149"/>
                </a:lnTo>
                <a:lnTo>
                  <a:pt x="1536192" y="415952"/>
                </a:lnTo>
                <a:lnTo>
                  <a:pt x="1609344" y="387158"/>
                </a:lnTo>
                <a:lnTo>
                  <a:pt x="1682496" y="356258"/>
                </a:lnTo>
                <a:lnTo>
                  <a:pt x="1755648" y="323792"/>
                </a:lnTo>
                <a:lnTo>
                  <a:pt x="1828800" y="290331"/>
                </a:lnTo>
                <a:lnTo>
                  <a:pt x="1901952" y="256470"/>
                </a:lnTo>
                <a:lnTo>
                  <a:pt x="1975104" y="222807"/>
                </a:lnTo>
                <a:lnTo>
                  <a:pt x="2048256" y="189930"/>
                </a:lnTo>
                <a:lnTo>
                  <a:pt x="2121408" y="158401"/>
                </a:lnTo>
                <a:lnTo>
                  <a:pt x="2194560" y="128747"/>
                </a:lnTo>
                <a:lnTo>
                  <a:pt x="2267712" y="101440"/>
                </a:lnTo>
                <a:lnTo>
                  <a:pt x="2340864" y="76891"/>
                </a:lnTo>
                <a:lnTo>
                  <a:pt x="2414016" y="55437"/>
                </a:lnTo>
                <a:lnTo>
                  <a:pt x="2487168" y="37335"/>
                </a:lnTo>
                <a:lnTo>
                  <a:pt x="2560320" y="22757"/>
                </a:lnTo>
                <a:lnTo>
                  <a:pt x="2633472" y="11785"/>
                </a:lnTo>
                <a:lnTo>
                  <a:pt x="2706624" y="4412"/>
                </a:lnTo>
                <a:lnTo>
                  <a:pt x="2779776" y="543"/>
                </a:lnTo>
                <a:lnTo>
                  <a:pt x="2852928" y="0"/>
                </a:lnTo>
                <a:lnTo>
                  <a:pt x="2926080" y="2529"/>
                </a:lnTo>
                <a:lnTo>
                  <a:pt x="2999232" y="7806"/>
                </a:lnTo>
                <a:lnTo>
                  <a:pt x="3072384" y="15448"/>
                </a:lnTo>
                <a:lnTo>
                  <a:pt x="3145536" y="25030"/>
                </a:lnTo>
                <a:lnTo>
                  <a:pt x="3218688" y="36090"/>
                </a:lnTo>
                <a:lnTo>
                  <a:pt x="3291840" y="48150"/>
                </a:lnTo>
                <a:lnTo>
                  <a:pt x="3364992" y="60725"/>
                </a:lnTo>
                <a:lnTo>
                  <a:pt x="3438144" y="73343"/>
                </a:lnTo>
                <a:lnTo>
                  <a:pt x="3511296" y="85552"/>
                </a:lnTo>
                <a:lnTo>
                  <a:pt x="3584448" y="96940"/>
                </a:lnTo>
                <a:lnTo>
                  <a:pt x="3657600" y="107142"/>
                </a:lnTo>
                <a:lnTo>
                  <a:pt x="3730752" y="115853"/>
                </a:lnTo>
                <a:lnTo>
                  <a:pt x="3803904" y="122837"/>
                </a:lnTo>
                <a:lnTo>
                  <a:pt x="3877056" y="127932"/>
                </a:lnTo>
                <a:lnTo>
                  <a:pt x="3950208" y="131055"/>
                </a:lnTo>
                <a:lnTo>
                  <a:pt x="4023360" y="132204"/>
                </a:lnTo>
                <a:lnTo>
                  <a:pt x="4096512" y="131458"/>
                </a:lnTo>
                <a:lnTo>
                  <a:pt x="4169664" y="128974"/>
                </a:lnTo>
                <a:lnTo>
                  <a:pt x="4242816" y="124981"/>
                </a:lnTo>
                <a:lnTo>
                  <a:pt x="4315968" y="119775"/>
                </a:lnTo>
                <a:lnTo>
                  <a:pt x="4389120" y="113707"/>
                </a:lnTo>
                <a:lnTo>
                  <a:pt x="4462272" y="107174"/>
                </a:lnTo>
                <a:lnTo>
                  <a:pt x="4535424" y="100605"/>
                </a:lnTo>
                <a:lnTo>
                  <a:pt x="4608576" y="94450"/>
                </a:lnTo>
                <a:lnTo>
                  <a:pt x="4681728" y="89163"/>
                </a:lnTo>
                <a:lnTo>
                  <a:pt x="4754880" y="85192"/>
                </a:lnTo>
                <a:lnTo>
                  <a:pt x="4828032" y="82958"/>
                </a:lnTo>
                <a:lnTo>
                  <a:pt x="4901184" y="82849"/>
                </a:lnTo>
                <a:lnTo>
                  <a:pt x="4974336" y="85202"/>
                </a:lnTo>
                <a:lnTo>
                  <a:pt x="5047488" y="90297"/>
                </a:lnTo>
                <a:lnTo>
                  <a:pt x="5120640" y="98341"/>
                </a:lnTo>
                <a:lnTo>
                  <a:pt x="5193792" y="109464"/>
                </a:lnTo>
                <a:lnTo>
                  <a:pt x="5266944" y="123715"/>
                </a:lnTo>
                <a:lnTo>
                  <a:pt x="5340096" y="141054"/>
                </a:lnTo>
                <a:lnTo>
                  <a:pt x="5413248" y="161357"/>
                </a:lnTo>
                <a:lnTo>
                  <a:pt x="5486400" y="184412"/>
                </a:lnTo>
                <a:lnTo>
                  <a:pt x="5559552" y="209927"/>
                </a:lnTo>
                <a:lnTo>
                  <a:pt x="5632704" y="237535"/>
                </a:lnTo>
                <a:lnTo>
                  <a:pt x="5705856" y="266804"/>
                </a:lnTo>
                <a:lnTo>
                  <a:pt x="5779008" y="297242"/>
                </a:lnTo>
                <a:lnTo>
                  <a:pt x="5852160" y="328318"/>
                </a:lnTo>
                <a:lnTo>
                  <a:pt x="5925312" y="359467"/>
                </a:lnTo>
                <a:lnTo>
                  <a:pt x="5998464" y="390110"/>
                </a:lnTo>
                <a:lnTo>
                  <a:pt x="6071616" y="419663"/>
                </a:lnTo>
                <a:lnTo>
                  <a:pt x="6144768" y="447560"/>
                </a:lnTo>
                <a:lnTo>
                  <a:pt x="6217920" y="473260"/>
                </a:lnTo>
                <a:lnTo>
                  <a:pt x="6291072" y="496264"/>
                </a:lnTo>
                <a:lnTo>
                  <a:pt x="6364224" y="516130"/>
                </a:lnTo>
                <a:lnTo>
                  <a:pt x="6437376" y="532480"/>
                </a:lnTo>
                <a:lnTo>
                  <a:pt x="6510528" y="545012"/>
                </a:lnTo>
                <a:lnTo>
                  <a:pt x="6583680" y="553510"/>
                </a:lnTo>
                <a:lnTo>
                  <a:pt x="6656832" y="557845"/>
                </a:lnTo>
                <a:lnTo>
                  <a:pt x="6729984" y="557980"/>
                </a:lnTo>
                <a:lnTo>
                  <a:pt x="6803136" y="553971"/>
                </a:lnTo>
                <a:lnTo>
                  <a:pt x="6876288" y="545966"/>
                </a:lnTo>
                <a:lnTo>
                  <a:pt x="6949440" y="534197"/>
                </a:lnTo>
                <a:lnTo>
                  <a:pt x="7022592" y="518979"/>
                </a:lnTo>
                <a:lnTo>
                  <a:pt x="7095744" y="500695"/>
                </a:lnTo>
                <a:lnTo>
                  <a:pt x="7168896" y="479790"/>
                </a:lnTo>
                <a:lnTo>
                  <a:pt x="7242048" y="456757"/>
                </a:lnTo>
                <a:lnTo>
                  <a:pt x="7315200" y="432125"/>
                </a:lnTo>
                <a:lnTo>
                  <a:pt x="7388352" y="406442"/>
                </a:lnTo>
                <a:lnTo>
                  <a:pt x="7461504" y="380264"/>
                </a:lnTo>
                <a:lnTo>
                  <a:pt x="7534656" y="354136"/>
                </a:lnTo>
                <a:lnTo>
                  <a:pt x="7607808" y="328582"/>
                </a:lnTo>
                <a:lnTo>
                  <a:pt x="7680960" y="304088"/>
                </a:lnTo>
                <a:lnTo>
                  <a:pt x="7754112" y="281090"/>
                </a:lnTo>
                <a:lnTo>
                  <a:pt x="7827264" y="259967"/>
                </a:lnTo>
                <a:lnTo>
                  <a:pt x="7900416" y="241024"/>
                </a:lnTo>
                <a:lnTo>
                  <a:pt x="7973568" y="224493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4160520" y="5913548"/>
            <a:ext cx="7973568" cy="511881"/>
          </a:xfrm>
          <a:custGeom>
            <a:avLst/>
            <a:gdLst/>
            <a:ahLst/>
            <a:cxnLst/>
            <a:rect l="l" t="t" r="r" b="b"/>
            <a:pathLst>
              <a:path w="7973568" h="511881">
                <a:moveTo>
                  <a:pt x="0" y="279902"/>
                </a:moveTo>
                <a:lnTo>
                  <a:pt x="73152" y="301923"/>
                </a:lnTo>
                <a:lnTo>
                  <a:pt x="146304" y="325082"/>
                </a:lnTo>
                <a:lnTo>
                  <a:pt x="219456" y="348918"/>
                </a:lnTo>
                <a:lnTo>
                  <a:pt x="292608" y="372927"/>
                </a:lnTo>
                <a:lnTo>
                  <a:pt x="365760" y="396580"/>
                </a:lnTo>
                <a:lnTo>
                  <a:pt x="438912" y="419335"/>
                </a:lnTo>
                <a:lnTo>
                  <a:pt x="512064" y="440652"/>
                </a:lnTo>
                <a:lnTo>
                  <a:pt x="585216" y="460005"/>
                </a:lnTo>
                <a:lnTo>
                  <a:pt x="658368" y="476903"/>
                </a:lnTo>
                <a:lnTo>
                  <a:pt x="731520" y="490896"/>
                </a:lnTo>
                <a:lnTo>
                  <a:pt x="804672" y="501593"/>
                </a:lnTo>
                <a:lnTo>
                  <a:pt x="877824" y="508670"/>
                </a:lnTo>
                <a:lnTo>
                  <a:pt x="950976" y="511881"/>
                </a:lnTo>
                <a:lnTo>
                  <a:pt x="1024128" y="511063"/>
                </a:lnTo>
                <a:lnTo>
                  <a:pt x="1097280" y="506144"/>
                </a:lnTo>
                <a:lnTo>
                  <a:pt x="1170432" y="497144"/>
                </a:lnTo>
                <a:lnTo>
                  <a:pt x="1243584" y="484173"/>
                </a:lnTo>
                <a:lnTo>
                  <a:pt x="1316736" y="467432"/>
                </a:lnTo>
                <a:lnTo>
                  <a:pt x="1389888" y="447206"/>
                </a:lnTo>
                <a:lnTo>
                  <a:pt x="1463040" y="423860"/>
                </a:lnTo>
                <a:lnTo>
                  <a:pt x="1536192" y="397824"/>
                </a:lnTo>
                <a:lnTo>
                  <a:pt x="1609344" y="369589"/>
                </a:lnTo>
                <a:lnTo>
                  <a:pt x="1682496" y="339688"/>
                </a:lnTo>
                <a:lnTo>
                  <a:pt x="1755648" y="308687"/>
                </a:lnTo>
                <a:lnTo>
                  <a:pt x="1828800" y="277169"/>
                </a:lnTo>
                <a:lnTo>
                  <a:pt x="1901952" y="245717"/>
                </a:lnTo>
                <a:lnTo>
                  <a:pt x="1975104" y="214905"/>
                </a:lnTo>
                <a:lnTo>
                  <a:pt x="2048256" y="185275"/>
                </a:lnTo>
                <a:lnTo>
                  <a:pt x="2121408" y="157332"/>
                </a:lnTo>
                <a:lnTo>
                  <a:pt x="2194560" y="131523"/>
                </a:lnTo>
                <a:lnTo>
                  <a:pt x="2267712" y="108236"/>
                </a:lnTo>
                <a:lnTo>
                  <a:pt x="2340864" y="87780"/>
                </a:lnTo>
                <a:lnTo>
                  <a:pt x="2414016" y="70388"/>
                </a:lnTo>
                <a:lnTo>
                  <a:pt x="2487168" y="56206"/>
                </a:lnTo>
                <a:lnTo>
                  <a:pt x="2560320" y="45291"/>
                </a:lnTo>
                <a:lnTo>
                  <a:pt x="2633472" y="37615"/>
                </a:lnTo>
                <a:lnTo>
                  <a:pt x="2706624" y="33064"/>
                </a:lnTo>
                <a:lnTo>
                  <a:pt x="2779776" y="31445"/>
                </a:lnTo>
                <a:lnTo>
                  <a:pt x="2852928" y="32490"/>
                </a:lnTo>
                <a:lnTo>
                  <a:pt x="2926080" y="35869"/>
                </a:lnTo>
                <a:lnTo>
                  <a:pt x="2999232" y="41199"/>
                </a:lnTo>
                <a:lnTo>
                  <a:pt x="3072384" y="48057"/>
                </a:lnTo>
                <a:lnTo>
                  <a:pt x="3145536" y="55992"/>
                </a:lnTo>
                <a:lnTo>
                  <a:pt x="3218688" y="64539"/>
                </a:lnTo>
                <a:lnTo>
                  <a:pt x="3291840" y="73236"/>
                </a:lnTo>
                <a:lnTo>
                  <a:pt x="3364992" y="81636"/>
                </a:lnTo>
                <a:lnTo>
                  <a:pt x="3438144" y="89318"/>
                </a:lnTo>
                <a:lnTo>
                  <a:pt x="3511296" y="95907"/>
                </a:lnTo>
                <a:lnTo>
                  <a:pt x="3584448" y="101080"/>
                </a:lnTo>
                <a:lnTo>
                  <a:pt x="3657600" y="104574"/>
                </a:lnTo>
                <a:lnTo>
                  <a:pt x="3730752" y="106201"/>
                </a:lnTo>
                <a:lnTo>
                  <a:pt x="3803904" y="105846"/>
                </a:lnTo>
                <a:lnTo>
                  <a:pt x="3877056" y="103479"/>
                </a:lnTo>
                <a:lnTo>
                  <a:pt x="3950208" y="99146"/>
                </a:lnTo>
                <a:lnTo>
                  <a:pt x="4023360" y="92977"/>
                </a:lnTo>
                <a:lnTo>
                  <a:pt x="4096512" y="85177"/>
                </a:lnTo>
                <a:lnTo>
                  <a:pt x="4169664" y="76022"/>
                </a:lnTo>
                <a:lnTo>
                  <a:pt x="4242816" y="65850"/>
                </a:lnTo>
                <a:lnTo>
                  <a:pt x="4315968" y="55052"/>
                </a:lnTo>
                <a:lnTo>
                  <a:pt x="4389120" y="44060"/>
                </a:lnTo>
                <a:lnTo>
                  <a:pt x="4462272" y="33333"/>
                </a:lnTo>
                <a:lnTo>
                  <a:pt x="4535424" y="23347"/>
                </a:lnTo>
                <a:lnTo>
                  <a:pt x="4608576" y="14575"/>
                </a:lnTo>
                <a:lnTo>
                  <a:pt x="4681728" y="7479"/>
                </a:lnTo>
                <a:lnTo>
                  <a:pt x="4754880" y="2490"/>
                </a:lnTo>
                <a:lnTo>
                  <a:pt x="4828032" y="0"/>
                </a:lnTo>
                <a:lnTo>
                  <a:pt x="4901184" y="344"/>
                </a:lnTo>
                <a:lnTo>
                  <a:pt x="4974336" y="3795"/>
                </a:lnTo>
                <a:lnTo>
                  <a:pt x="5047488" y="10550"/>
                </a:lnTo>
                <a:lnTo>
                  <a:pt x="5120640" y="20728"/>
                </a:lnTo>
                <a:lnTo>
                  <a:pt x="5193792" y="34358"/>
                </a:lnTo>
                <a:lnTo>
                  <a:pt x="5266944" y="51383"/>
                </a:lnTo>
                <a:lnTo>
                  <a:pt x="5340096" y="71659"/>
                </a:lnTo>
                <a:lnTo>
                  <a:pt x="5413248" y="94953"/>
                </a:lnTo>
                <a:lnTo>
                  <a:pt x="5486400" y="120951"/>
                </a:lnTo>
                <a:lnTo>
                  <a:pt x="5559552" y="149266"/>
                </a:lnTo>
                <a:lnTo>
                  <a:pt x="5632704" y="179446"/>
                </a:lnTo>
                <a:lnTo>
                  <a:pt x="5705856" y="210984"/>
                </a:lnTo>
                <a:lnTo>
                  <a:pt x="5779008" y="243331"/>
                </a:lnTo>
                <a:lnTo>
                  <a:pt x="5852160" y="275910"/>
                </a:lnTo>
                <a:lnTo>
                  <a:pt x="5925312" y="308132"/>
                </a:lnTo>
                <a:lnTo>
                  <a:pt x="5998464" y="339407"/>
                </a:lnTo>
                <a:lnTo>
                  <a:pt x="6071616" y="369164"/>
                </a:lnTo>
                <a:lnTo>
                  <a:pt x="6144768" y="396860"/>
                </a:lnTo>
                <a:lnTo>
                  <a:pt x="6217920" y="421999"/>
                </a:lnTo>
                <a:lnTo>
                  <a:pt x="6291072" y="444140"/>
                </a:lnTo>
                <a:lnTo>
                  <a:pt x="6364224" y="462912"/>
                </a:lnTo>
                <a:lnTo>
                  <a:pt x="6437376" y="478021"/>
                </a:lnTo>
                <a:lnTo>
                  <a:pt x="6510528" y="489256"/>
                </a:lnTo>
                <a:lnTo>
                  <a:pt x="6583680" y="496496"/>
                </a:lnTo>
                <a:lnTo>
                  <a:pt x="6656832" y="499711"/>
                </a:lnTo>
                <a:lnTo>
                  <a:pt x="6729984" y="498964"/>
                </a:lnTo>
                <a:lnTo>
                  <a:pt x="6803136" y="494405"/>
                </a:lnTo>
                <a:lnTo>
                  <a:pt x="6876288" y="486269"/>
                </a:lnTo>
                <a:lnTo>
                  <a:pt x="6949440" y="474868"/>
                </a:lnTo>
                <a:lnTo>
                  <a:pt x="7022592" y="460581"/>
                </a:lnTo>
                <a:lnTo>
                  <a:pt x="7095744" y="443844"/>
                </a:lnTo>
                <a:lnTo>
                  <a:pt x="7168896" y="425138"/>
                </a:lnTo>
                <a:lnTo>
                  <a:pt x="7242048" y="404973"/>
                </a:lnTo>
                <a:lnTo>
                  <a:pt x="7315200" y="383876"/>
                </a:lnTo>
                <a:lnTo>
                  <a:pt x="7388352" y="362377"/>
                </a:lnTo>
                <a:lnTo>
                  <a:pt x="7461504" y="340992"/>
                </a:lnTo>
                <a:lnTo>
                  <a:pt x="7534656" y="320208"/>
                </a:lnTo>
                <a:lnTo>
                  <a:pt x="7607808" y="300477"/>
                </a:lnTo>
                <a:lnTo>
                  <a:pt x="7680960" y="282194"/>
                </a:lnTo>
                <a:lnTo>
                  <a:pt x="7754112" y="265694"/>
                </a:lnTo>
                <a:lnTo>
                  <a:pt x="7827264" y="251241"/>
                </a:lnTo>
                <a:lnTo>
                  <a:pt x="7900416" y="239021"/>
                </a:lnTo>
                <a:lnTo>
                  <a:pt x="7973568" y="22914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4160520" y="5841695"/>
            <a:ext cx="7973568" cy="550693"/>
          </a:xfrm>
          <a:custGeom>
            <a:avLst/>
            <a:gdLst/>
            <a:ahLst/>
            <a:cxnLst/>
            <a:rect l="l" t="t" r="r" b="b"/>
            <a:pathLst>
              <a:path w="7973568" h="550693">
                <a:moveTo>
                  <a:pt x="0" y="297458"/>
                </a:moveTo>
                <a:lnTo>
                  <a:pt x="73152" y="323810"/>
                </a:lnTo>
                <a:lnTo>
                  <a:pt x="146304" y="350938"/>
                </a:lnTo>
                <a:lnTo>
                  <a:pt x="219456" y="378313"/>
                </a:lnTo>
                <a:lnTo>
                  <a:pt x="292608" y="405382"/>
                </a:lnTo>
                <a:lnTo>
                  <a:pt x="365760" y="431582"/>
                </a:lnTo>
                <a:lnTo>
                  <a:pt x="438912" y="456357"/>
                </a:lnTo>
                <a:lnTo>
                  <a:pt x="512064" y="479170"/>
                </a:lnTo>
                <a:lnTo>
                  <a:pt x="585216" y="499518"/>
                </a:lnTo>
                <a:lnTo>
                  <a:pt x="658368" y="516948"/>
                </a:lnTo>
                <a:lnTo>
                  <a:pt x="731520" y="531063"/>
                </a:lnTo>
                <a:lnTo>
                  <a:pt x="804672" y="541542"/>
                </a:lnTo>
                <a:lnTo>
                  <a:pt x="877824" y="548138"/>
                </a:lnTo>
                <a:lnTo>
                  <a:pt x="950976" y="550693"/>
                </a:lnTo>
                <a:lnTo>
                  <a:pt x="1024128" y="549138"/>
                </a:lnTo>
                <a:lnTo>
                  <a:pt x="1097280" y="543498"/>
                </a:lnTo>
                <a:lnTo>
                  <a:pt x="1170432" y="533888"/>
                </a:lnTo>
                <a:lnTo>
                  <a:pt x="1243584" y="520511"/>
                </a:lnTo>
                <a:lnTo>
                  <a:pt x="1316736" y="503656"/>
                </a:lnTo>
                <a:lnTo>
                  <a:pt x="1389888" y="483684"/>
                </a:lnTo>
                <a:lnTo>
                  <a:pt x="1463040" y="461025"/>
                </a:lnTo>
                <a:lnTo>
                  <a:pt x="1536192" y="436163"/>
                </a:lnTo>
                <a:lnTo>
                  <a:pt x="1609344" y="409621"/>
                </a:lnTo>
                <a:lnTo>
                  <a:pt x="1682496" y="381954"/>
                </a:lnTo>
                <a:lnTo>
                  <a:pt x="1755648" y="353727"/>
                </a:lnTo>
                <a:lnTo>
                  <a:pt x="1828800" y="325506"/>
                </a:lnTo>
                <a:lnTo>
                  <a:pt x="1901952" y="297838"/>
                </a:lnTo>
                <a:lnTo>
                  <a:pt x="1975104" y="271242"/>
                </a:lnTo>
                <a:lnTo>
                  <a:pt x="2048256" y="246193"/>
                </a:lnTo>
                <a:lnTo>
                  <a:pt x="2121408" y="223109"/>
                </a:lnTo>
                <a:lnTo>
                  <a:pt x="2194560" y="202344"/>
                </a:lnTo>
                <a:lnTo>
                  <a:pt x="2267712" y="184175"/>
                </a:lnTo>
                <a:lnTo>
                  <a:pt x="2340864" y="168802"/>
                </a:lnTo>
                <a:lnTo>
                  <a:pt x="2414016" y="156338"/>
                </a:lnTo>
                <a:lnTo>
                  <a:pt x="2487168" y="146810"/>
                </a:lnTo>
                <a:lnTo>
                  <a:pt x="2560320" y="140161"/>
                </a:lnTo>
                <a:lnTo>
                  <a:pt x="2633472" y="136251"/>
                </a:lnTo>
                <a:lnTo>
                  <a:pt x="2706624" y="134865"/>
                </a:lnTo>
                <a:lnTo>
                  <a:pt x="2779776" y="135719"/>
                </a:lnTo>
                <a:lnTo>
                  <a:pt x="2852928" y="138469"/>
                </a:lnTo>
                <a:lnTo>
                  <a:pt x="2926080" y="142726"/>
                </a:lnTo>
                <a:lnTo>
                  <a:pt x="2999232" y="148063"/>
                </a:lnTo>
                <a:lnTo>
                  <a:pt x="3072384" y="154035"/>
                </a:lnTo>
                <a:lnTo>
                  <a:pt x="3145536" y="160187"/>
                </a:lnTo>
                <a:lnTo>
                  <a:pt x="3218688" y="166073"/>
                </a:lnTo>
                <a:lnTo>
                  <a:pt x="3291840" y="171267"/>
                </a:lnTo>
                <a:lnTo>
                  <a:pt x="3364992" y="175378"/>
                </a:lnTo>
                <a:lnTo>
                  <a:pt x="3438144" y="178060"/>
                </a:lnTo>
                <a:lnTo>
                  <a:pt x="3511296" y="179028"/>
                </a:lnTo>
                <a:lnTo>
                  <a:pt x="3584448" y="178060"/>
                </a:lnTo>
                <a:lnTo>
                  <a:pt x="3657600" y="175011"/>
                </a:lnTo>
                <a:lnTo>
                  <a:pt x="3730752" y="169813"/>
                </a:lnTo>
                <a:lnTo>
                  <a:pt x="3803904" y="162479"/>
                </a:lnTo>
                <a:lnTo>
                  <a:pt x="3877056" y="153107"/>
                </a:lnTo>
                <a:lnTo>
                  <a:pt x="3950208" y="141872"/>
                </a:lnTo>
                <a:lnTo>
                  <a:pt x="4023360" y="129026"/>
                </a:lnTo>
                <a:lnTo>
                  <a:pt x="4096512" y="114889"/>
                </a:lnTo>
                <a:lnTo>
                  <a:pt x="4169664" y="99839"/>
                </a:lnTo>
                <a:lnTo>
                  <a:pt x="4242816" y="84307"/>
                </a:lnTo>
                <a:lnTo>
                  <a:pt x="4315968" y="68758"/>
                </a:lnTo>
                <a:lnTo>
                  <a:pt x="4389120" y="53681"/>
                </a:lnTo>
                <a:lnTo>
                  <a:pt x="4462272" y="39577"/>
                </a:lnTo>
                <a:lnTo>
                  <a:pt x="4535424" y="26940"/>
                </a:lnTo>
                <a:lnTo>
                  <a:pt x="4608576" y="16245"/>
                </a:lnTo>
                <a:lnTo>
                  <a:pt x="4681728" y="7936"/>
                </a:lnTo>
                <a:lnTo>
                  <a:pt x="4754880" y="2408"/>
                </a:lnTo>
                <a:lnTo>
                  <a:pt x="4828032" y="0"/>
                </a:lnTo>
                <a:lnTo>
                  <a:pt x="4901184" y="980"/>
                </a:lnTo>
                <a:lnTo>
                  <a:pt x="4974336" y="5539"/>
                </a:lnTo>
                <a:lnTo>
                  <a:pt x="5047488" y="13786"/>
                </a:lnTo>
                <a:lnTo>
                  <a:pt x="5120640" y="25741"/>
                </a:lnTo>
                <a:lnTo>
                  <a:pt x="5193792" y="41331"/>
                </a:lnTo>
                <a:lnTo>
                  <a:pt x="5266944" y="60398"/>
                </a:lnTo>
                <a:lnTo>
                  <a:pt x="5340096" y="82696"/>
                </a:lnTo>
                <a:lnTo>
                  <a:pt x="5413248" y="107895"/>
                </a:lnTo>
                <a:lnTo>
                  <a:pt x="5486400" y="135597"/>
                </a:lnTo>
                <a:lnTo>
                  <a:pt x="5559552" y="165337"/>
                </a:lnTo>
                <a:lnTo>
                  <a:pt x="5632704" y="196597"/>
                </a:lnTo>
                <a:lnTo>
                  <a:pt x="5705856" y="228824"/>
                </a:lnTo>
                <a:lnTo>
                  <a:pt x="5779008" y="261435"/>
                </a:lnTo>
                <a:lnTo>
                  <a:pt x="5852160" y="293838"/>
                </a:lnTo>
                <a:lnTo>
                  <a:pt x="5925312" y="325447"/>
                </a:lnTo>
                <a:lnTo>
                  <a:pt x="5998464" y="355693"/>
                </a:lnTo>
                <a:lnTo>
                  <a:pt x="6071616" y="384042"/>
                </a:lnTo>
                <a:lnTo>
                  <a:pt x="6144768" y="410005"/>
                </a:lnTo>
                <a:lnTo>
                  <a:pt x="6217920" y="433154"/>
                </a:lnTo>
                <a:lnTo>
                  <a:pt x="6291072" y="453130"/>
                </a:lnTo>
                <a:lnTo>
                  <a:pt x="6364224" y="469651"/>
                </a:lnTo>
                <a:lnTo>
                  <a:pt x="6437376" y="482521"/>
                </a:lnTo>
                <a:lnTo>
                  <a:pt x="6510528" y="491632"/>
                </a:lnTo>
                <a:lnTo>
                  <a:pt x="6583680" y="496967"/>
                </a:lnTo>
                <a:lnTo>
                  <a:pt x="6656832" y="498599"/>
                </a:lnTo>
                <a:lnTo>
                  <a:pt x="6729984" y="496686"/>
                </a:lnTo>
                <a:lnTo>
                  <a:pt x="6803136" y="491468"/>
                </a:lnTo>
                <a:lnTo>
                  <a:pt x="6876288" y="483259"/>
                </a:lnTo>
                <a:lnTo>
                  <a:pt x="6949440" y="472435"/>
                </a:lnTo>
                <a:lnTo>
                  <a:pt x="7022592" y="459426"/>
                </a:lnTo>
                <a:lnTo>
                  <a:pt x="7095744" y="444699"/>
                </a:lnTo>
                <a:lnTo>
                  <a:pt x="7168896" y="428748"/>
                </a:lnTo>
                <a:lnTo>
                  <a:pt x="7242048" y="412081"/>
                </a:lnTo>
                <a:lnTo>
                  <a:pt x="7315200" y="395198"/>
                </a:lnTo>
                <a:lnTo>
                  <a:pt x="7388352" y="378586"/>
                </a:lnTo>
                <a:lnTo>
                  <a:pt x="7461504" y="362698"/>
                </a:lnTo>
                <a:lnTo>
                  <a:pt x="7534656" y="347945"/>
                </a:lnTo>
                <a:lnTo>
                  <a:pt x="7607808" y="334681"/>
                </a:lnTo>
                <a:lnTo>
                  <a:pt x="7680960" y="323197"/>
                </a:lnTo>
                <a:lnTo>
                  <a:pt x="7754112" y="313710"/>
                </a:lnTo>
                <a:lnTo>
                  <a:pt x="7827264" y="306359"/>
                </a:lnTo>
                <a:lnTo>
                  <a:pt x="7900416" y="301203"/>
                </a:lnTo>
                <a:lnTo>
                  <a:pt x="7973568" y="298217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reeform 12"/>
          <p:cNvSpPr/>
          <p:nvPr/>
        </p:nvSpPr>
        <p:spPr>
          <a:xfrm>
            <a:off x="4160520" y="5784670"/>
            <a:ext cx="7973568" cy="559754"/>
          </a:xfrm>
          <a:custGeom>
            <a:avLst/>
            <a:gdLst/>
            <a:ahLst/>
            <a:cxnLst/>
            <a:rect l="l" t="t" r="r" b="b"/>
            <a:pathLst>
              <a:path w="7973568" h="559754">
                <a:moveTo>
                  <a:pt x="0" y="301374"/>
                </a:moveTo>
                <a:lnTo>
                  <a:pt x="73152" y="330567"/>
                </a:lnTo>
                <a:lnTo>
                  <a:pt x="146304" y="360117"/>
                </a:lnTo>
                <a:lnTo>
                  <a:pt x="219456" y="389455"/>
                </a:lnTo>
                <a:lnTo>
                  <a:pt x="292608" y="418005"/>
                </a:lnTo>
                <a:lnTo>
                  <a:pt x="365760" y="445202"/>
                </a:lnTo>
                <a:lnTo>
                  <a:pt x="438912" y="470502"/>
                </a:lnTo>
                <a:lnTo>
                  <a:pt x="512064" y="493400"/>
                </a:lnTo>
                <a:lnTo>
                  <a:pt x="585216" y="513441"/>
                </a:lnTo>
                <a:lnTo>
                  <a:pt x="658368" y="530233"/>
                </a:lnTo>
                <a:lnTo>
                  <a:pt x="731520" y="543455"/>
                </a:lnTo>
                <a:lnTo>
                  <a:pt x="804672" y="552869"/>
                </a:lnTo>
                <a:lnTo>
                  <a:pt x="877824" y="558323"/>
                </a:lnTo>
                <a:lnTo>
                  <a:pt x="950976" y="559754"/>
                </a:lnTo>
                <a:lnTo>
                  <a:pt x="1024128" y="557193"/>
                </a:lnTo>
                <a:lnTo>
                  <a:pt x="1097280" y="550762"/>
                </a:lnTo>
                <a:lnTo>
                  <a:pt x="1170432" y="540668"/>
                </a:lnTo>
                <a:lnTo>
                  <a:pt x="1243584" y="527199"/>
                </a:lnTo>
                <a:lnTo>
                  <a:pt x="1316736" y="510718"/>
                </a:lnTo>
                <a:lnTo>
                  <a:pt x="1389888" y="491648"/>
                </a:lnTo>
                <a:lnTo>
                  <a:pt x="1463040" y="470466"/>
                </a:lnTo>
                <a:lnTo>
                  <a:pt x="1536192" y="447683"/>
                </a:lnTo>
                <a:lnTo>
                  <a:pt x="1609344" y="423838"/>
                </a:lnTo>
                <a:lnTo>
                  <a:pt x="1682496" y="399477"/>
                </a:lnTo>
                <a:lnTo>
                  <a:pt x="1755648" y="375140"/>
                </a:lnTo>
                <a:lnTo>
                  <a:pt x="1828800" y="351349"/>
                </a:lnTo>
                <a:lnTo>
                  <a:pt x="1901952" y="328591"/>
                </a:lnTo>
                <a:lnTo>
                  <a:pt x="1975104" y="307307"/>
                </a:lnTo>
                <a:lnTo>
                  <a:pt x="2048256" y="287880"/>
                </a:lnTo>
                <a:lnTo>
                  <a:pt x="2121408" y="270625"/>
                </a:lnTo>
                <a:lnTo>
                  <a:pt x="2194560" y="255783"/>
                </a:lnTo>
                <a:lnTo>
                  <a:pt x="2267712" y="243512"/>
                </a:lnTo>
                <a:lnTo>
                  <a:pt x="2340864" y="233889"/>
                </a:lnTo>
                <a:lnTo>
                  <a:pt x="2414016" y="226905"/>
                </a:lnTo>
                <a:lnTo>
                  <a:pt x="2487168" y="222467"/>
                </a:lnTo>
                <a:lnTo>
                  <a:pt x="2560320" y="220405"/>
                </a:lnTo>
                <a:lnTo>
                  <a:pt x="2633472" y="220476"/>
                </a:lnTo>
                <a:lnTo>
                  <a:pt x="2706624" y="222372"/>
                </a:lnTo>
                <a:lnTo>
                  <a:pt x="2779776" y="225732"/>
                </a:lnTo>
                <a:lnTo>
                  <a:pt x="2852928" y="230154"/>
                </a:lnTo>
                <a:lnTo>
                  <a:pt x="2926080" y="235205"/>
                </a:lnTo>
                <a:lnTo>
                  <a:pt x="2999232" y="240437"/>
                </a:lnTo>
                <a:lnTo>
                  <a:pt x="3072384" y="245402"/>
                </a:lnTo>
                <a:lnTo>
                  <a:pt x="3145536" y="249664"/>
                </a:lnTo>
                <a:lnTo>
                  <a:pt x="3218688" y="252813"/>
                </a:lnTo>
                <a:lnTo>
                  <a:pt x="3291840" y="254482"/>
                </a:lnTo>
                <a:lnTo>
                  <a:pt x="3364992" y="254352"/>
                </a:lnTo>
                <a:lnTo>
                  <a:pt x="3438144" y="252168"/>
                </a:lnTo>
                <a:lnTo>
                  <a:pt x="3511296" y="247745"/>
                </a:lnTo>
                <a:lnTo>
                  <a:pt x="3584448" y="240977"/>
                </a:lnTo>
                <a:lnTo>
                  <a:pt x="3657600" y="231835"/>
                </a:lnTo>
                <a:lnTo>
                  <a:pt x="3730752" y="220377"/>
                </a:lnTo>
                <a:lnTo>
                  <a:pt x="3803904" y="206742"/>
                </a:lnTo>
                <a:lnTo>
                  <a:pt x="3877056" y="191150"/>
                </a:lnTo>
                <a:lnTo>
                  <a:pt x="3950208" y="173892"/>
                </a:lnTo>
                <a:lnTo>
                  <a:pt x="4023360" y="155330"/>
                </a:lnTo>
                <a:lnTo>
                  <a:pt x="4096512" y="135881"/>
                </a:lnTo>
                <a:lnTo>
                  <a:pt x="4169664" y="116007"/>
                </a:lnTo>
                <a:lnTo>
                  <a:pt x="4242816" y="96207"/>
                </a:lnTo>
                <a:lnTo>
                  <a:pt x="4315968" y="76996"/>
                </a:lnTo>
                <a:lnTo>
                  <a:pt x="4389120" y="58898"/>
                </a:lnTo>
                <a:lnTo>
                  <a:pt x="4462272" y="42425"/>
                </a:lnTo>
                <a:lnTo>
                  <a:pt x="4535424" y="28067"/>
                </a:lnTo>
                <a:lnTo>
                  <a:pt x="4608576" y="16276"/>
                </a:lnTo>
                <a:lnTo>
                  <a:pt x="4681728" y="7453"/>
                </a:lnTo>
                <a:lnTo>
                  <a:pt x="4754880" y="1939"/>
                </a:lnTo>
                <a:lnTo>
                  <a:pt x="4828032" y="0"/>
                </a:lnTo>
                <a:lnTo>
                  <a:pt x="4901184" y="1824"/>
                </a:lnTo>
                <a:lnTo>
                  <a:pt x="4974336" y="7511"/>
                </a:lnTo>
                <a:lnTo>
                  <a:pt x="5047488" y="17072"/>
                </a:lnTo>
                <a:lnTo>
                  <a:pt x="5120640" y="30427"/>
                </a:lnTo>
                <a:lnTo>
                  <a:pt x="5193792" y="47406"/>
                </a:lnTo>
                <a:lnTo>
                  <a:pt x="5266944" y="67753"/>
                </a:lnTo>
                <a:lnTo>
                  <a:pt x="5340096" y="91132"/>
                </a:lnTo>
                <a:lnTo>
                  <a:pt x="5413248" y="117136"/>
                </a:lnTo>
                <a:lnTo>
                  <a:pt x="5486400" y="145294"/>
                </a:lnTo>
                <a:lnTo>
                  <a:pt x="5559552" y="175088"/>
                </a:lnTo>
                <a:lnTo>
                  <a:pt x="5632704" y="205962"/>
                </a:lnTo>
                <a:lnTo>
                  <a:pt x="5705856" y="237339"/>
                </a:lnTo>
                <a:lnTo>
                  <a:pt x="5779008" y="268632"/>
                </a:lnTo>
                <a:lnTo>
                  <a:pt x="5852160" y="299263"/>
                </a:lnTo>
                <a:lnTo>
                  <a:pt x="5925312" y="328676"/>
                </a:lnTo>
                <a:lnTo>
                  <a:pt x="5998464" y="356352"/>
                </a:lnTo>
                <a:lnTo>
                  <a:pt x="6071616" y="381818"/>
                </a:lnTo>
                <a:lnTo>
                  <a:pt x="6144768" y="404666"/>
                </a:lnTo>
                <a:lnTo>
                  <a:pt x="6217920" y="424556"/>
                </a:lnTo>
                <a:lnTo>
                  <a:pt x="6291072" y="441228"/>
                </a:lnTo>
                <a:lnTo>
                  <a:pt x="6364224" y="454505"/>
                </a:lnTo>
                <a:lnTo>
                  <a:pt x="6437376" y="464300"/>
                </a:lnTo>
                <a:lnTo>
                  <a:pt x="6510528" y="470613"/>
                </a:lnTo>
                <a:lnTo>
                  <a:pt x="6583680" y="473535"/>
                </a:lnTo>
                <a:lnTo>
                  <a:pt x="6656832" y="473236"/>
                </a:lnTo>
                <a:lnTo>
                  <a:pt x="6729984" y="469966"/>
                </a:lnTo>
                <a:lnTo>
                  <a:pt x="6803136" y="464045"/>
                </a:lnTo>
                <a:lnTo>
                  <a:pt x="6876288" y="455849"/>
                </a:lnTo>
                <a:lnTo>
                  <a:pt x="6949440" y="445806"/>
                </a:lnTo>
                <a:lnTo>
                  <a:pt x="7022592" y="434373"/>
                </a:lnTo>
                <a:lnTo>
                  <a:pt x="7095744" y="422031"/>
                </a:lnTo>
                <a:lnTo>
                  <a:pt x="7168896" y="409267"/>
                </a:lnTo>
                <a:lnTo>
                  <a:pt x="7242048" y="396557"/>
                </a:lnTo>
                <a:lnTo>
                  <a:pt x="7315200" y="384358"/>
                </a:lnTo>
                <a:lnTo>
                  <a:pt x="7388352" y="373089"/>
                </a:lnTo>
                <a:lnTo>
                  <a:pt x="7461504" y="363122"/>
                </a:lnTo>
                <a:lnTo>
                  <a:pt x="7534656" y="354771"/>
                </a:lnTo>
                <a:lnTo>
                  <a:pt x="7607808" y="348281"/>
                </a:lnTo>
                <a:lnTo>
                  <a:pt x="7680960" y="343823"/>
                </a:lnTo>
                <a:lnTo>
                  <a:pt x="7754112" y="341489"/>
                </a:lnTo>
                <a:lnTo>
                  <a:pt x="7827264" y="341288"/>
                </a:lnTo>
                <a:lnTo>
                  <a:pt x="7900416" y="343149"/>
                </a:lnTo>
                <a:lnTo>
                  <a:pt x="7973568" y="346921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Freeform 2"/>
          <p:cNvSpPr/>
          <p:nvPr/>
        </p:nvSpPr>
        <p:spPr>
          <a:xfrm>
            <a:off x="4160520" y="5742806"/>
            <a:ext cx="7973568" cy="540646"/>
          </a:xfrm>
          <a:custGeom>
            <a:avLst/>
            <a:gdLst/>
            <a:ahLst/>
            <a:cxnLst/>
            <a:rect l="l" t="t" r="r" b="b"/>
            <a:pathLst>
              <a:path w="7973568" h="540646">
                <a:moveTo>
                  <a:pt x="0" y="292886"/>
                </a:moveTo>
                <a:lnTo>
                  <a:pt x="73152" y="323354"/>
                </a:lnTo>
                <a:lnTo>
                  <a:pt x="146304" y="353722"/>
                </a:lnTo>
                <a:lnTo>
                  <a:pt x="219456" y="383408"/>
                </a:lnTo>
                <a:lnTo>
                  <a:pt x="292608" y="411844"/>
                </a:lnTo>
                <a:lnTo>
                  <a:pt x="365760" y="438488"/>
                </a:lnTo>
                <a:lnTo>
                  <a:pt x="438912" y="462838"/>
                </a:lnTo>
                <a:lnTo>
                  <a:pt x="512064" y="484446"/>
                </a:lnTo>
                <a:lnTo>
                  <a:pt x="585216" y="502927"/>
                </a:lnTo>
                <a:lnTo>
                  <a:pt x="658368" y="517972"/>
                </a:lnTo>
                <a:lnTo>
                  <a:pt x="731520" y="529352"/>
                </a:lnTo>
                <a:lnTo>
                  <a:pt x="804672" y="536927"/>
                </a:lnTo>
                <a:lnTo>
                  <a:pt x="877824" y="540646"/>
                </a:lnTo>
                <a:lnTo>
                  <a:pt x="950976" y="540549"/>
                </a:lnTo>
                <a:lnTo>
                  <a:pt x="1024128" y="536766"/>
                </a:lnTo>
                <a:lnTo>
                  <a:pt x="1097280" y="529510"/>
                </a:lnTo>
                <a:lnTo>
                  <a:pt x="1170432" y="519073"/>
                </a:lnTo>
                <a:lnTo>
                  <a:pt x="1243584" y="505818"/>
                </a:lnTo>
                <a:lnTo>
                  <a:pt x="1316736" y="490163"/>
                </a:lnTo>
                <a:lnTo>
                  <a:pt x="1389888" y="472577"/>
                </a:lnTo>
                <a:lnTo>
                  <a:pt x="1463040" y="453560"/>
                </a:lnTo>
                <a:lnTo>
                  <a:pt x="1536192" y="433631"/>
                </a:lnTo>
                <a:lnTo>
                  <a:pt x="1609344" y="413317"/>
                </a:lnTo>
                <a:lnTo>
                  <a:pt x="1682496" y="393131"/>
                </a:lnTo>
                <a:lnTo>
                  <a:pt x="1755648" y="373566"/>
                </a:lnTo>
                <a:lnTo>
                  <a:pt x="1828800" y="355074"/>
                </a:lnTo>
                <a:lnTo>
                  <a:pt x="1901952" y="338060"/>
                </a:lnTo>
                <a:lnTo>
                  <a:pt x="1975104" y="322868"/>
                </a:lnTo>
                <a:lnTo>
                  <a:pt x="2048256" y="309772"/>
                </a:lnTo>
                <a:lnTo>
                  <a:pt x="2121408" y="298970"/>
                </a:lnTo>
                <a:lnTo>
                  <a:pt x="2194560" y="290578"/>
                </a:lnTo>
                <a:lnTo>
                  <a:pt x="2267712" y="284630"/>
                </a:lnTo>
                <a:lnTo>
                  <a:pt x="2340864" y="281076"/>
                </a:lnTo>
                <a:lnTo>
                  <a:pt x="2414016" y="279786"/>
                </a:lnTo>
                <a:lnTo>
                  <a:pt x="2487168" y="280554"/>
                </a:lnTo>
                <a:lnTo>
                  <a:pt x="2560320" y="283104"/>
                </a:lnTo>
                <a:lnTo>
                  <a:pt x="2633472" y="287101"/>
                </a:lnTo>
                <a:lnTo>
                  <a:pt x="2706624" y="292163"/>
                </a:lnTo>
                <a:lnTo>
                  <a:pt x="2779776" y="297868"/>
                </a:lnTo>
                <a:lnTo>
                  <a:pt x="2852928" y="303772"/>
                </a:lnTo>
                <a:lnTo>
                  <a:pt x="2926080" y="309423"/>
                </a:lnTo>
                <a:lnTo>
                  <a:pt x="2999232" y="314371"/>
                </a:lnTo>
                <a:lnTo>
                  <a:pt x="3072384" y="318187"/>
                </a:lnTo>
                <a:lnTo>
                  <a:pt x="3145536" y="320473"/>
                </a:lnTo>
                <a:lnTo>
                  <a:pt x="3218688" y="320879"/>
                </a:lnTo>
                <a:lnTo>
                  <a:pt x="3291840" y="319107"/>
                </a:lnTo>
                <a:lnTo>
                  <a:pt x="3364992" y="314930"/>
                </a:lnTo>
                <a:lnTo>
                  <a:pt x="3438144" y="308192"/>
                </a:lnTo>
                <a:lnTo>
                  <a:pt x="3511296" y="298820"/>
                </a:lnTo>
                <a:lnTo>
                  <a:pt x="3584448" y="286821"/>
                </a:lnTo>
                <a:lnTo>
                  <a:pt x="3657600" y="272290"/>
                </a:lnTo>
                <a:lnTo>
                  <a:pt x="3730752" y="255402"/>
                </a:lnTo>
                <a:lnTo>
                  <a:pt x="3803904" y="236415"/>
                </a:lnTo>
                <a:lnTo>
                  <a:pt x="3877056" y="215657"/>
                </a:lnTo>
                <a:lnTo>
                  <a:pt x="3950208" y="193524"/>
                </a:lnTo>
                <a:lnTo>
                  <a:pt x="4023360" y="170464"/>
                </a:lnTo>
                <a:lnTo>
                  <a:pt x="4096512" y="146972"/>
                </a:lnTo>
                <a:lnTo>
                  <a:pt x="4169664" y="123570"/>
                </a:lnTo>
                <a:lnTo>
                  <a:pt x="4242816" y="100798"/>
                </a:lnTo>
                <a:lnTo>
                  <a:pt x="4315968" y="79196"/>
                </a:lnTo>
                <a:lnTo>
                  <a:pt x="4389120" y="59293"/>
                </a:lnTo>
                <a:lnTo>
                  <a:pt x="4462272" y="41589"/>
                </a:lnTo>
                <a:lnTo>
                  <a:pt x="4535424" y="26542"/>
                </a:lnTo>
                <a:lnTo>
                  <a:pt x="4608576" y="14559"/>
                </a:lnTo>
                <a:lnTo>
                  <a:pt x="4681728" y="5978"/>
                </a:lnTo>
                <a:lnTo>
                  <a:pt x="4754880" y="1064"/>
                </a:lnTo>
                <a:lnTo>
                  <a:pt x="4828032" y="0"/>
                </a:lnTo>
                <a:lnTo>
                  <a:pt x="4901184" y="2880"/>
                </a:lnTo>
                <a:lnTo>
                  <a:pt x="4974336" y="9707"/>
                </a:lnTo>
                <a:lnTo>
                  <a:pt x="5047488" y="20393"/>
                </a:lnTo>
                <a:lnTo>
                  <a:pt x="5120640" y="34762"/>
                </a:lnTo>
                <a:lnTo>
                  <a:pt x="5193792" y="52550"/>
                </a:lnTo>
                <a:lnTo>
                  <a:pt x="5266944" y="73417"/>
                </a:lnTo>
                <a:lnTo>
                  <a:pt x="5340096" y="96953"/>
                </a:lnTo>
                <a:lnTo>
                  <a:pt x="5413248" y="122687"/>
                </a:lnTo>
                <a:lnTo>
                  <a:pt x="5486400" y="150103"/>
                </a:lnTo>
                <a:lnTo>
                  <a:pt x="5559552" y="178652"/>
                </a:lnTo>
                <a:lnTo>
                  <a:pt x="5632704" y="207765"/>
                </a:lnTo>
                <a:lnTo>
                  <a:pt x="5705856" y="236868"/>
                </a:lnTo>
                <a:lnTo>
                  <a:pt x="5779008" y="265400"/>
                </a:lnTo>
                <a:lnTo>
                  <a:pt x="5852160" y="292824"/>
                </a:lnTo>
                <a:lnTo>
                  <a:pt x="5925312" y="318640"/>
                </a:lnTo>
                <a:lnTo>
                  <a:pt x="5998464" y="342402"/>
                </a:lnTo>
                <a:lnTo>
                  <a:pt x="6071616" y="363726"/>
                </a:lnTo>
                <a:lnTo>
                  <a:pt x="6144768" y="382299"/>
                </a:lnTo>
                <a:lnTo>
                  <a:pt x="6217920" y="397889"/>
                </a:lnTo>
                <a:lnTo>
                  <a:pt x="6291072" y="410346"/>
                </a:lnTo>
                <a:lnTo>
                  <a:pt x="6364224" y="419610"/>
                </a:lnTo>
                <a:lnTo>
                  <a:pt x="6437376" y="425706"/>
                </a:lnTo>
                <a:lnTo>
                  <a:pt x="6510528" y="428744"/>
                </a:lnTo>
                <a:lnTo>
                  <a:pt x="6583680" y="428916"/>
                </a:lnTo>
                <a:lnTo>
                  <a:pt x="6656832" y="426485"/>
                </a:lnTo>
                <a:lnTo>
                  <a:pt x="6729984" y="421783"/>
                </a:lnTo>
                <a:lnTo>
                  <a:pt x="6803136" y="415192"/>
                </a:lnTo>
                <a:lnTo>
                  <a:pt x="6876288" y="407138"/>
                </a:lnTo>
                <a:lnTo>
                  <a:pt x="6949440" y="398076"/>
                </a:lnTo>
                <a:lnTo>
                  <a:pt x="7022592" y="388475"/>
                </a:lnTo>
                <a:lnTo>
                  <a:pt x="7095744" y="378806"/>
                </a:lnTo>
                <a:lnTo>
                  <a:pt x="7168896" y="369524"/>
                </a:lnTo>
                <a:lnTo>
                  <a:pt x="7242048" y="361057"/>
                </a:lnTo>
                <a:lnTo>
                  <a:pt x="7315200" y="353795"/>
                </a:lnTo>
                <a:lnTo>
                  <a:pt x="7388352" y="348074"/>
                </a:lnTo>
                <a:lnTo>
                  <a:pt x="7461504" y="344166"/>
                </a:lnTo>
                <a:lnTo>
                  <a:pt x="7534656" y="342275"/>
                </a:lnTo>
                <a:lnTo>
                  <a:pt x="7607808" y="342527"/>
                </a:lnTo>
                <a:lnTo>
                  <a:pt x="7680960" y="344967"/>
                </a:lnTo>
                <a:lnTo>
                  <a:pt x="7754112" y="349559"/>
                </a:lnTo>
                <a:lnTo>
                  <a:pt x="7827264" y="356185"/>
                </a:lnTo>
                <a:lnTo>
                  <a:pt x="7900416" y="364648"/>
                </a:lnTo>
                <a:lnTo>
                  <a:pt x="7973568" y="37467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Freeform 1"/>
          <p:cNvSpPr/>
          <p:nvPr/>
        </p:nvSpPr>
        <p:spPr>
          <a:xfrm>
            <a:off x="4160520" y="5715400"/>
            <a:ext cx="7973568" cy="498115"/>
          </a:xfrm>
          <a:custGeom>
            <a:avLst/>
            <a:gdLst/>
            <a:ahLst/>
            <a:cxnLst/>
            <a:rect l="l" t="t" r="r" b="b"/>
            <a:pathLst>
              <a:path w="7973568" h="498115">
                <a:moveTo>
                  <a:pt x="0" y="273920"/>
                </a:moveTo>
                <a:lnTo>
                  <a:pt x="73152" y="304108"/>
                </a:lnTo>
                <a:lnTo>
                  <a:pt x="146304" y="333718"/>
                </a:lnTo>
                <a:lnTo>
                  <a:pt x="219456" y="362187"/>
                </a:lnTo>
                <a:lnTo>
                  <a:pt x="292608" y="388981"/>
                </a:lnTo>
                <a:lnTo>
                  <a:pt x="365760" y="413610"/>
                </a:lnTo>
                <a:lnTo>
                  <a:pt x="438912" y="435637"/>
                </a:lnTo>
                <a:lnTo>
                  <a:pt x="512064" y="454694"/>
                </a:lnTo>
                <a:lnTo>
                  <a:pt x="585216" y="470487"/>
                </a:lnTo>
                <a:lnTo>
                  <a:pt x="658368" y="482805"/>
                </a:lnTo>
                <a:lnTo>
                  <a:pt x="731520" y="491524"/>
                </a:lnTo>
                <a:lnTo>
                  <a:pt x="804672" y="496609"/>
                </a:lnTo>
                <a:lnTo>
                  <a:pt x="877824" y="498115"/>
                </a:lnTo>
                <a:lnTo>
                  <a:pt x="950976" y="496185"/>
                </a:lnTo>
                <a:lnTo>
                  <a:pt x="1024128" y="491041"/>
                </a:lnTo>
                <a:lnTo>
                  <a:pt x="1097280" y="482981"/>
                </a:lnTo>
                <a:lnTo>
                  <a:pt x="1170432" y="472370"/>
                </a:lnTo>
                <a:lnTo>
                  <a:pt x="1243584" y="459626"/>
                </a:lnTo>
                <a:lnTo>
                  <a:pt x="1316736" y="445210"/>
                </a:lnTo>
                <a:lnTo>
                  <a:pt x="1389888" y="429610"/>
                </a:lnTo>
                <a:lnTo>
                  <a:pt x="1463040" y="413331"/>
                </a:lnTo>
                <a:lnTo>
                  <a:pt x="1536192" y="396875"/>
                </a:lnTo>
                <a:lnTo>
                  <a:pt x="1609344" y="380732"/>
                </a:lnTo>
                <a:lnTo>
                  <a:pt x="1682496" y="365364"/>
                </a:lnTo>
                <a:lnTo>
                  <a:pt x="1755648" y="351188"/>
                </a:lnTo>
                <a:lnTo>
                  <a:pt x="1828800" y="338571"/>
                </a:lnTo>
                <a:lnTo>
                  <a:pt x="1901952" y="327817"/>
                </a:lnTo>
                <a:lnTo>
                  <a:pt x="1975104" y="319157"/>
                </a:lnTo>
                <a:lnTo>
                  <a:pt x="2048256" y="312744"/>
                </a:lnTo>
                <a:lnTo>
                  <a:pt x="2121408" y="308651"/>
                </a:lnTo>
                <a:lnTo>
                  <a:pt x="2194560" y="306867"/>
                </a:lnTo>
                <a:lnTo>
                  <a:pt x="2267712" y="307299"/>
                </a:lnTo>
                <a:lnTo>
                  <a:pt x="2340864" y="309777"/>
                </a:lnTo>
                <a:lnTo>
                  <a:pt x="2414016" y="314054"/>
                </a:lnTo>
                <a:lnTo>
                  <a:pt x="2487168" y="319822"/>
                </a:lnTo>
                <a:lnTo>
                  <a:pt x="2560320" y="326715"/>
                </a:lnTo>
                <a:lnTo>
                  <a:pt x="2633472" y="334324"/>
                </a:lnTo>
                <a:lnTo>
                  <a:pt x="2706624" y="342207"/>
                </a:lnTo>
                <a:lnTo>
                  <a:pt x="2779776" y="349905"/>
                </a:lnTo>
                <a:lnTo>
                  <a:pt x="2852928" y="356956"/>
                </a:lnTo>
                <a:lnTo>
                  <a:pt x="2926080" y="362908"/>
                </a:lnTo>
                <a:lnTo>
                  <a:pt x="2999232" y="367331"/>
                </a:lnTo>
                <a:lnTo>
                  <a:pt x="3072384" y="369837"/>
                </a:lnTo>
                <a:lnTo>
                  <a:pt x="3145536" y="370086"/>
                </a:lnTo>
                <a:lnTo>
                  <a:pt x="3218688" y="367799"/>
                </a:lnTo>
                <a:lnTo>
                  <a:pt x="3291840" y="362769"/>
                </a:lnTo>
                <a:lnTo>
                  <a:pt x="3364992" y="354866"/>
                </a:lnTo>
                <a:lnTo>
                  <a:pt x="3438144" y="344042"/>
                </a:lnTo>
                <a:lnTo>
                  <a:pt x="3511296" y="330336"/>
                </a:lnTo>
                <a:lnTo>
                  <a:pt x="3584448" y="313872"/>
                </a:lnTo>
                <a:lnTo>
                  <a:pt x="3657600" y="294858"/>
                </a:lnTo>
                <a:lnTo>
                  <a:pt x="3730752" y="273581"/>
                </a:lnTo>
                <a:lnTo>
                  <a:pt x="3803904" y="250400"/>
                </a:lnTo>
                <a:lnTo>
                  <a:pt x="3877056" y="225739"/>
                </a:lnTo>
                <a:lnTo>
                  <a:pt x="3950208" y="200073"/>
                </a:lnTo>
                <a:lnTo>
                  <a:pt x="4023360" y="173918"/>
                </a:lnTo>
                <a:lnTo>
                  <a:pt x="4096512" y="147819"/>
                </a:lnTo>
                <a:lnTo>
                  <a:pt x="4169664" y="122331"/>
                </a:lnTo>
                <a:lnTo>
                  <a:pt x="4242816" y="98008"/>
                </a:lnTo>
                <a:lnTo>
                  <a:pt x="4315968" y="75387"/>
                </a:lnTo>
                <a:lnTo>
                  <a:pt x="4389120" y="54976"/>
                </a:lnTo>
                <a:lnTo>
                  <a:pt x="4462272" y="37236"/>
                </a:lnTo>
                <a:lnTo>
                  <a:pt x="4535424" y="22570"/>
                </a:lnTo>
                <a:lnTo>
                  <a:pt x="4608576" y="11317"/>
                </a:lnTo>
                <a:lnTo>
                  <a:pt x="4681728" y="3735"/>
                </a:lnTo>
                <a:lnTo>
                  <a:pt x="4754880" y="0"/>
                </a:lnTo>
                <a:lnTo>
                  <a:pt x="4828032" y="197"/>
                </a:lnTo>
                <a:lnTo>
                  <a:pt x="4901184" y="4324"/>
                </a:lnTo>
                <a:lnTo>
                  <a:pt x="4974336" y="12284"/>
                </a:lnTo>
                <a:lnTo>
                  <a:pt x="5047488" y="23892"/>
                </a:lnTo>
                <a:lnTo>
                  <a:pt x="5120640" y="38883"/>
                </a:lnTo>
                <a:lnTo>
                  <a:pt x="5193792" y="56910"/>
                </a:lnTo>
                <a:lnTo>
                  <a:pt x="5266944" y="77565"/>
                </a:lnTo>
                <a:lnTo>
                  <a:pt x="5340096" y="100379"/>
                </a:lnTo>
                <a:lnTo>
                  <a:pt x="5413248" y="124844"/>
                </a:lnTo>
                <a:lnTo>
                  <a:pt x="5486400" y="150419"/>
                </a:lnTo>
                <a:lnTo>
                  <a:pt x="5559552" y="176548"/>
                </a:lnTo>
                <a:lnTo>
                  <a:pt x="5632704" y="202678"/>
                </a:lnTo>
                <a:lnTo>
                  <a:pt x="5705856" y="228266"/>
                </a:lnTo>
                <a:lnTo>
                  <a:pt x="5779008" y="252800"/>
                </a:lnTo>
                <a:lnTo>
                  <a:pt x="5852160" y="275807"/>
                </a:lnTo>
                <a:lnTo>
                  <a:pt x="5925312" y="296873"/>
                </a:lnTo>
                <a:lnTo>
                  <a:pt x="5998464" y="315643"/>
                </a:lnTo>
                <a:lnTo>
                  <a:pt x="6071616" y="331838"/>
                </a:lnTo>
                <a:lnTo>
                  <a:pt x="6144768" y="345259"/>
                </a:lnTo>
                <a:lnTo>
                  <a:pt x="6217920" y="355791"/>
                </a:lnTo>
                <a:lnTo>
                  <a:pt x="6291072" y="363402"/>
                </a:lnTo>
                <a:lnTo>
                  <a:pt x="6364224" y="368150"/>
                </a:lnTo>
                <a:lnTo>
                  <a:pt x="6437376" y="370171"/>
                </a:lnTo>
                <a:lnTo>
                  <a:pt x="6510528" y="369682"/>
                </a:lnTo>
                <a:lnTo>
                  <a:pt x="6583680" y="366968"/>
                </a:lnTo>
                <a:lnTo>
                  <a:pt x="6656832" y="362373"/>
                </a:lnTo>
                <a:lnTo>
                  <a:pt x="6729984" y="356292"/>
                </a:lnTo>
                <a:lnTo>
                  <a:pt x="6803136" y="349155"/>
                </a:lnTo>
                <a:lnTo>
                  <a:pt x="6876288" y="341417"/>
                </a:lnTo>
                <a:lnTo>
                  <a:pt x="6949440" y="333541"/>
                </a:lnTo>
                <a:lnTo>
                  <a:pt x="7022592" y="325984"/>
                </a:lnTo>
                <a:lnTo>
                  <a:pt x="7095744" y="319186"/>
                </a:lnTo>
                <a:lnTo>
                  <a:pt x="7168896" y="313552"/>
                </a:lnTo>
                <a:lnTo>
                  <a:pt x="7242048" y="309442"/>
                </a:lnTo>
                <a:lnTo>
                  <a:pt x="7315200" y="307160"/>
                </a:lnTo>
                <a:lnTo>
                  <a:pt x="7388352" y="306944"/>
                </a:lnTo>
                <a:lnTo>
                  <a:pt x="7461504" y="308956"/>
                </a:lnTo>
                <a:lnTo>
                  <a:pt x="7534656" y="313283"/>
                </a:lnTo>
                <a:lnTo>
                  <a:pt x="7607808" y="319926"/>
                </a:lnTo>
                <a:lnTo>
                  <a:pt x="7680960" y="328805"/>
                </a:lnTo>
                <a:lnTo>
                  <a:pt x="7754112" y="339757"/>
                </a:lnTo>
                <a:lnTo>
                  <a:pt x="7827264" y="352545"/>
                </a:lnTo>
                <a:lnTo>
                  <a:pt x="7900416" y="366858"/>
                </a:lnTo>
                <a:lnTo>
                  <a:pt x="7973568" y="38232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989320" y="4370832"/>
            <a:ext cx="530352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Agricultural and Processed Food Products Export Development Authority (APEDA)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715000" y="2011680"/>
            <a:ext cx="58521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 Krishi</a:t>
            </a:r>
          </a:p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715000" y="393192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 i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Financial Assistance Guidelines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715000" y="3291840"/>
            <a:ext cx="585216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715000" y="502920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000" r="3000"/>
          <a:stretch>
            <a:fillRect/>
          </a:stretch>
        </p:blipFill>
        <p:spPr>
          <a:xfrm>
            <a:off x="685800" y="1234440"/>
            <a:ext cx="4572000" cy="4023360"/>
          </a:xfrm>
          <a:prstGeom prst="rect">
            <a:avLst/>
          </a:prstGeom>
          <a:effectLst>
            <a:outerShdw blurRad="190500" dist="63500" dir="2700000" algn="tl" rotWithShape="0">
              <a:srgbClr val="0B2418">
                <a:alpha val="35000"/>
              </a:srgbClr>
            </a:outerShdw>
          </a:effectLst>
        </p:spPr>
      </p:pic>
      <p:cxnSp>
        <p:nvCxnSpPr>
          <p:cNvPr id="27" name="Connector 26"/>
          <p:cNvCxnSpPr/>
          <p:nvPr/>
        </p:nvCxnSpPr>
        <p:spPr>
          <a:xfrm>
            <a:off x="8412480" y="411480"/>
            <a:ext cx="3383280" cy="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1795760" y="411480"/>
            <a:ext cx="0" cy="182880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342632" y="914400"/>
            <a:ext cx="2600325" cy="87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762046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exporters, including FPOs / PACS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NPOP-certified organic operators, APEDA-listed labs and Central / State government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8FC9BF-A0FA-3ECC-1E30-DCCFCDA56494}"/>
              </a:ext>
            </a:extLst>
          </p:cNvPr>
          <p:cNvCxnSpPr/>
          <p:nvPr/>
        </p:nvCxnSpPr>
        <p:spPr>
          <a:xfrm>
            <a:off x="164096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332CB9-2365-FFB4-596C-A95DE91FC7CF}"/>
              </a:ext>
            </a:extLst>
          </p:cNvPr>
          <p:cNvCxnSpPr/>
          <p:nvPr/>
        </p:nvCxnSpPr>
        <p:spPr>
          <a:xfrm>
            <a:off x="5477256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84D8612-2ED6-88E4-6FD7-9D161E5A72A6}"/>
              </a:ext>
            </a:extLst>
          </p:cNvPr>
          <p:cNvCxnSpPr/>
          <p:nvPr/>
        </p:nvCxnSpPr>
        <p:spPr>
          <a:xfrm>
            <a:off x="927620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44000" b="4775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Terms used in this presentation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1325880"/>
            <a:ext cx="34229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Approvals and paperwork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48640" y="1719072"/>
            <a:ext cx="3422904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52" name="TextBox 51"/>
          <p:cNvSpPr txBox="1"/>
          <p:nvPr/>
        </p:nvSpPr>
        <p:spPr>
          <a:xfrm>
            <a:off x="548640" y="187452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IPA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187452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In-Principle Approval from APEDA before work starts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48640" y="234086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5" name="TextBox 54"/>
          <p:cNvSpPr txBox="1"/>
          <p:nvPr/>
        </p:nvSpPr>
        <p:spPr>
          <a:xfrm>
            <a:off x="548640" y="240487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RCMC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45920" y="240487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APEDA Registration-cum-Membership Certificate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48640" y="287121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548640" y="293522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DPR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45920" y="293522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Detailed Project Report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8640" y="340156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548640" y="3465576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BOQ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3465576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Bill of Quantities for civil work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48640" y="393192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548640" y="399592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CLU / NOC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45920" y="3995928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Change of Land Use / No Objection Certificate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48640" y="4462272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7" name="TextBox 66"/>
          <p:cNvSpPr txBox="1"/>
          <p:nvPr/>
        </p:nvSpPr>
        <p:spPr>
          <a:xfrm>
            <a:off x="548640" y="452628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BG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45920" y="452628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Bank Guarantee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48640" y="499262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548640" y="505663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CA / UDIN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45920" y="505663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Chartered Accountant certificate with its unique document number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48640" y="552297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548640" y="558698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O&amp;M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45920" y="558698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Operation and maintenance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83024" y="1325880"/>
            <a:ext cx="34229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Quality and equipment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383024" y="1719072"/>
            <a:ext cx="3422904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77" name="TextBox 76"/>
          <p:cNvSpPr txBox="1"/>
          <p:nvPr/>
        </p:nvSpPr>
        <p:spPr>
          <a:xfrm>
            <a:off x="4383024" y="187452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FSMS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80304" y="187452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Food Safety Management System, e.g. HACCP, ISO 22000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383024" y="234086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0" name="TextBox 79"/>
          <p:cNvSpPr txBox="1"/>
          <p:nvPr/>
        </p:nvSpPr>
        <p:spPr>
          <a:xfrm>
            <a:off x="4383024" y="240487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NABL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0304" y="240487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Accreditation body for testing labs (ISO 17025)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383024" y="287121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3" name="TextBox 82"/>
          <p:cNvSpPr txBox="1"/>
          <p:nvPr/>
        </p:nvSpPr>
        <p:spPr>
          <a:xfrm>
            <a:off x="4383024" y="293522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SPS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0304" y="293522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Sanitary and phytosanitary (food and plant-health) rules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383024" y="340156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6" name="TextBox 85"/>
          <p:cNvSpPr txBox="1"/>
          <p:nvPr/>
        </p:nvSpPr>
        <p:spPr>
          <a:xfrm>
            <a:off x="4383024" y="3465576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IQF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0304" y="3465576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Individually Quick Frozen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383024" y="393192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9" name="TextBox 88"/>
          <p:cNvSpPr txBox="1"/>
          <p:nvPr/>
        </p:nvSpPr>
        <p:spPr>
          <a:xfrm>
            <a:off x="4383024" y="399592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OEM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0304" y="3995928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Original Equipment Manufacturer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4383024" y="4462272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2" name="TextBox 91"/>
          <p:cNvSpPr txBox="1"/>
          <p:nvPr/>
        </p:nvSpPr>
        <p:spPr>
          <a:xfrm>
            <a:off x="4383024" y="452628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SOP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80304" y="452628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Standard Operating Procedure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4383024" y="499262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5" name="TextBox 94"/>
          <p:cNvSpPr txBox="1"/>
          <p:nvPr/>
        </p:nvSpPr>
        <p:spPr>
          <a:xfrm>
            <a:off x="4383024" y="505663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CE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80304" y="505663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Chartered Engineer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383024" y="552297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8" name="TextBox 97"/>
          <p:cNvSpPr txBox="1"/>
          <p:nvPr/>
        </p:nvSpPr>
        <p:spPr>
          <a:xfrm>
            <a:off x="4383024" y="558698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NCCD / MIDH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480304" y="558698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National cold-chain and horticulture technical norms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4177284" y="1371600"/>
            <a:ext cx="0" cy="46634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101" name="TextBox 100"/>
          <p:cNvSpPr txBox="1"/>
          <p:nvPr/>
        </p:nvSpPr>
        <p:spPr>
          <a:xfrm>
            <a:off x="8217408" y="1325880"/>
            <a:ext cx="34229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Groups and programmes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8217408" y="1719072"/>
            <a:ext cx="3422904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103" name="TextBox 102"/>
          <p:cNvSpPr txBox="1"/>
          <p:nvPr/>
        </p:nvSpPr>
        <p:spPr>
          <a:xfrm>
            <a:off x="8217408" y="187452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FPO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314688" y="187452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Farmer Producer Organisation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217408" y="234086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06" name="TextBox 105"/>
          <p:cNvSpPr txBox="1"/>
          <p:nvPr/>
        </p:nvSpPr>
        <p:spPr>
          <a:xfrm>
            <a:off x="8217408" y="240487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PACS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14688" y="240487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Primary Agricultural Co-operative Credit Society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8217408" y="287121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09" name="TextBox 108"/>
          <p:cNvSpPr txBox="1"/>
          <p:nvPr/>
        </p:nvSpPr>
        <p:spPr>
          <a:xfrm>
            <a:off x="8217408" y="293522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NPOP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14688" y="293522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National Programme for Organic Production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8217408" y="340156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12" name="TextBox 111"/>
          <p:cNvSpPr txBox="1"/>
          <p:nvPr/>
        </p:nvSpPr>
        <p:spPr>
          <a:xfrm>
            <a:off x="8217408" y="3465576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DPIIT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314688" y="3465576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Govt department that certifies startups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8217408" y="393192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15" name="TextBox 114"/>
          <p:cNvSpPr txBox="1"/>
          <p:nvPr/>
        </p:nvSpPr>
        <p:spPr>
          <a:xfrm>
            <a:off x="8217408" y="399592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BHARATI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14688" y="3995928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APEDA's agri-food startup programme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8217408" y="4462272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18" name="TextBox 117"/>
          <p:cNvSpPr txBox="1"/>
          <p:nvPr/>
        </p:nvSpPr>
        <p:spPr>
          <a:xfrm>
            <a:off x="8217408" y="452628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GI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314688" y="4526280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Geographical Indication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8217408" y="499262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21" name="TextBox 120"/>
          <p:cNvSpPr txBox="1"/>
          <p:nvPr/>
        </p:nvSpPr>
        <p:spPr>
          <a:xfrm>
            <a:off x="8217408" y="5056632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ODOP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314688" y="5056632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One District One Product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8217408" y="552297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124" name="TextBox 123"/>
          <p:cNvSpPr txBox="1"/>
          <p:nvPr/>
        </p:nvSpPr>
        <p:spPr>
          <a:xfrm>
            <a:off x="8217408" y="5586984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4F35"/>
                </a:solidFill>
                <a:latin typeface="Arial"/>
              </a:rPr>
              <a:t>ToT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314688" y="5586984"/>
            <a:ext cx="2325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A60"/>
                </a:solidFill>
                <a:latin typeface="Arial"/>
              </a:rPr>
              <a:t>Training of Trainers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8011668" y="1371600"/>
            <a:ext cx="0" cy="46634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 (maximum)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28032"/>
            <a:ext cx="26517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</a:t>
            </a:r>
            <a:r>
              <a:rPr lang="en-IN"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packhouse / facility</a:t>
            </a:r>
            <a:endParaRPr sz="1250" b="1" dirty="0">
              <a:solidFill>
                <a:srgbClr val="22352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limit across the four items above,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islands, with the same ceilings; special categories file an annual eligibility undertaking for 3 years.</a:t>
            </a:r>
          </a:p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Public common facilities use a separate route (slide 15).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0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AC9EDF-0A01-7EA0-0FA5-96F36BDD2513}"/>
              </a:ext>
            </a:extLst>
          </p:cNvPr>
          <p:cNvCxnSpPr>
            <a:cxnSpLocks/>
          </p:cNvCxnSpPr>
          <p:nvPr/>
        </p:nvCxnSpPr>
        <p:spPr>
          <a:xfrm>
            <a:off x="1533525" y="4737735"/>
            <a:ext cx="770382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572768"/>
            <a:ext cx="2999232" cy="12435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 Washing / grading only for fresh fruit &amp; vegetables, flowers and F&amp;V seeds.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packhouse or facility.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in own name or 15-year registered lease; packhouses must meet NCCD / MIDH cold-chain norms.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4059936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4059936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20240"/>
            <a:ext cx="36576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lang="en-US"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Q</a:t>
            </a:r>
            <a:r>
              <a:rPr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6364224" y="3044952"/>
            <a:ext cx="527608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Get 3 quotes from OEMs / authorised dealers; you may buy from any of them.</a:t>
            </a:r>
          </a:p>
        </p:txBody>
      </p:sp>
      <p:sp>
        <p:nvSpPr>
          <p:cNvPr id="63" name="Quote exceptions"/>
          <p:cNvSpPr>
            <a:spLocks noGrp="1"/>
          </p:cNvSpPr>
          <p:nvPr/>
        </p:nvSpPr>
        <p:spPr>
          <a:xfrm>
            <a:off x="6364224" y="3310128"/>
            <a:ext cx="5276088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 i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Exceptions: sole manufacturer or imported equipment (declaration required).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242816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242816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Costs between filing and IPA count only if APEDA accepts them.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Processing-gap support: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existing line + HACCP / ISO 22000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Reefer vehicles per plan: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 exporters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138160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448288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3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004AFC3-8363-1EB2-2D36-D890E2C7D2CB}"/>
              </a:ext>
            </a:extLst>
          </p:cNvPr>
          <p:cNvCxnSpPr>
            <a:cxnSpLocks/>
          </p:cNvCxnSpPr>
          <p:nvPr/>
        </p:nvCxnSpPr>
        <p:spPr>
          <a:xfrm>
            <a:off x="901827" y="1846326"/>
            <a:ext cx="1143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BE2A99-3977-3786-9782-A6D3558D979F}"/>
              </a:ext>
            </a:extLst>
          </p:cNvPr>
          <p:cNvCxnSpPr>
            <a:cxnSpLocks/>
          </p:cNvCxnSpPr>
          <p:nvPr/>
        </p:nvCxnSpPr>
        <p:spPr>
          <a:xfrm>
            <a:off x="7076313" y="1826903"/>
            <a:ext cx="1439037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64224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88352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174F35"/>
                </a:solidFill>
                <a:latin typeface="Arial"/>
              </a:rPr>
              <a:t>Quote 2</a:t>
            </a:r>
          </a:p>
          <a:p>
            <a:pPr algn="ctr"/>
            <a:r>
              <a:rPr sz="1000" b="0">
                <a:solidFill>
                  <a:srgbClr val="174F35"/>
                </a:solidFill>
                <a:latin typeface="Arial"/>
              </a:rPr>
              <a:t>lowest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3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436608" y="2606040"/>
            <a:ext cx="384048" cy="256032"/>
          </a:xfrm>
          <a:prstGeom prst="rightArrow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9930384" y="2450592"/>
            <a:ext cx="1709928" cy="566928"/>
          </a:xfrm>
          <a:prstGeom prst="roundRect">
            <a:avLst>
              <a:gd name="adj" fmla="val 12903"/>
            </a:avLst>
          </a:prstGeom>
          <a:solidFill>
            <a:srgbClr val="174F35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</a:rPr>
              <a:t>Assistance calculated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 lowest quote</a:t>
            </a:r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incl. renewals. FSMS: own manufacturing unit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88152" y="4206240"/>
            <a:ext cx="2258568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 where the importing country / APEDA requires testing;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 support needs an existing line and food-safety certification. Testing claims need no prior approval (IPA). Lab equipment excludes consumables, glassware, computers, fridges / ACs, furniture and civil works.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08</a:t>
            </a:r>
          </a:p>
        </p:txBody>
      </p:sp>
      <p:sp>
        <p:nvSpPr>
          <p:cNvPr id="65" name="Guideline note 65"/>
          <p:cNvSpPr>
            <a:spLocks noGrp="1"/>
          </p:cNvSpPr>
          <p:nvPr/>
        </p:nvSpPr>
        <p:spPr>
          <a:xfrm>
            <a:off x="548640" y="5705856"/>
            <a:ext cx="749808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Listed-lab upgrades need APEDA recognition and NABL ISO 17025 accreditation.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654296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Registered under APEDA's BHARATI startup programme; 3-year export plan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Fix an importing country's food / plant-safety (SPS) issue; show target market and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75390" r="520" b="390"/>
          <a:stretch/>
        </p:blipFill>
        <p:spPr>
          <a:xfrm>
            <a:off x="685800" y="4791456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manufacturer / producer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 (not merchant exporters)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 (govt institutions):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7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6E0A215-3DB6-8282-C309-FF8865FB3CD9}"/>
              </a:ext>
            </a:extLst>
          </p:cNvPr>
          <p:cNvCxnSpPr>
            <a:cxnSpLocks/>
          </p:cNvCxnSpPr>
          <p:nvPr/>
        </p:nvCxnSpPr>
        <p:spPr>
          <a:xfrm>
            <a:off x="2581275" y="5252847"/>
            <a:ext cx="77533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BCEDC34-65EC-1310-D145-01EFE6DB4D14}"/>
              </a:ext>
            </a:extLst>
          </p:cNvPr>
          <p:cNvCxnSpPr>
            <a:cxnSpLocks/>
          </p:cNvCxnSpPr>
          <p:nvPr/>
        </p:nvCxnSpPr>
        <p:spPr>
          <a:xfrm>
            <a:off x="5792982" y="5252847"/>
            <a:ext cx="1307334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E7BC06-8BE4-E84A-06D9-1CD04B152321}"/>
              </a:ext>
            </a:extLst>
          </p:cNvPr>
          <p:cNvCxnSpPr>
            <a:cxnSpLocks/>
          </p:cNvCxnSpPr>
          <p:nvPr/>
        </p:nvCxnSpPr>
        <p:spPr>
          <a:xfrm>
            <a:off x="8905875" y="5233805"/>
            <a:ext cx="13239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2" name="Guideline note 52"/>
          <p:cNvSpPr>
            <a:spLocks noGrp="1"/>
          </p:cNvSpPr>
          <p:nvPr/>
        </p:nvSpPr>
        <p:spPr>
          <a:xfrm>
            <a:off x="2898648" y="4389120"/>
            <a:ext cx="64008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>Startup = APEDA RCMC holder with DPIIT certificate, 2–5 years old, turnover up to ₹500 lakh</a:t>
            </a:r>
          </a:p>
        </p:txBody>
      </p: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FPOs, women, SC/ST, startups; per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93292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1193292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51860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451860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0428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710428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27564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10227564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  <p:sp>
        <p:nvSpPr>
          <p:cNvPr id="57" name="Guideline note 57"/>
          <p:cNvSpPr>
            <a:spLocks noGrp="1"/>
          </p:cNvSpPr>
          <p:nvPr/>
        </p:nvSpPr>
        <p:spPr>
          <a:xfrm>
            <a:off x="548640" y="6016752"/>
            <a:ext cx="11091672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Trade fairs, buyer-seller meets and GI / ODOP / organic promotion are run directly by APEDA, with preference to new participants.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Fee paid directly to the retail chain or its authorised agent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once requests reach twice the funds available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Approval (IPA)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43016"/>
            <a:ext cx="25603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Over ₹250 lakh: APEDA Authority approval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Loan sanction and appraisal note; mandatory for public facilities 1(e)/(f)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BOQ certified by Chartered Engineer / Civil Architect; layout drawing for 1(e)/(f)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certificate, invoices, bank payments; APEDA logo painted on assets (no stickers)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19656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1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25% of the grant, held 3 years from payment, or longer until the declared export performance is met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20656" y="5001768"/>
            <a:ext cx="1819656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Keep assisted assets for 5 years; selling or transferring them means refund with interest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64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2"/>
          <a:srcRect l="30000" t="52000" b="3975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Common infrastructure for public institutions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15</a:t>
            </a:r>
          </a:p>
        </p:txBody>
      </p:sp>
      <p:sp>
        <p:nvSpPr>
          <p:cNvPr id="50" name="Oval 49"/>
          <p:cNvSpPr/>
          <p:nvPr/>
        </p:nvSpPr>
        <p:spPr>
          <a:xfrm>
            <a:off x="548640" y="146304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1463040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37360" y="1417320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4F35"/>
                </a:solidFill>
                <a:latin typeface="Arial"/>
              </a:rPr>
              <a:t>New common facility</a:t>
            </a:r>
            <a:endParaRPr sz="1600" b="0" i="0" dirty="0">
              <a:solidFill>
                <a:srgbClr val="2D8651"/>
              </a:solidFill>
              <a:latin typeface="Arial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737360" y="178308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₹600 lakh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37360" y="214884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Integrated pack houses, processing units, laboratories etc. set up by Central / State government institutions</a:t>
            </a:r>
          </a:p>
        </p:txBody>
      </p:sp>
      <p:sp>
        <p:nvSpPr>
          <p:cNvPr id="55" name="Oval 54"/>
          <p:cNvSpPr/>
          <p:nvPr/>
        </p:nvSpPr>
        <p:spPr>
          <a:xfrm>
            <a:off x="548640" y="288036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48640" y="2880360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2834640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4F35"/>
                </a:solidFill>
                <a:latin typeface="Arial"/>
              </a:rPr>
              <a:t>Upgrade of 1(e) facilities</a:t>
            </a:r>
            <a:endParaRPr sz="1600" b="0" i="0" dirty="0">
              <a:solidFill>
                <a:srgbClr val="2D8651"/>
              </a:solidFill>
              <a:latin typeface="Arial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737360" y="320040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₹200 lakh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37360" y="356616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Up-gradation and modernisation of existing common facilities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8640" y="2697480"/>
            <a:ext cx="525780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548640" y="4224528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Only in these regions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449884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48640" y="4498848"/>
            <a:ext cx="10058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North-East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20" y="4498848"/>
            <a:ext cx="74980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645920" y="4498848"/>
            <a:ext cx="74980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Ladakh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87168" y="4498848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487168" y="449884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J&amp;K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145536" y="44988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145536" y="4498848"/>
            <a:ext cx="14813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Andaman &amp; Nicobar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718304" y="4498848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718304" y="4498848"/>
            <a:ext cx="10789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Lakshadweep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89904" y="1463040"/>
            <a:ext cx="0" cy="33375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6355080" y="1417320"/>
            <a:ext cx="52852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74F35"/>
                </a:solidFill>
                <a:latin typeface="Arial"/>
              </a:rPr>
              <a:t>Grant released in three instalments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55080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355080" y="1874520"/>
            <a:ext cx="207751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69173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469173" y="1874520"/>
            <a:ext cx="207751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583266" y="1874520"/>
            <a:ext cx="1020470" cy="457200"/>
          </a:xfrm>
          <a:prstGeom prst="roundRect">
            <a:avLst>
              <a:gd name="adj" fmla="val 12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583266" y="1874520"/>
            <a:ext cx="102047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20%</a:t>
            </a:r>
          </a:p>
        </p:txBody>
      </p:sp>
      <p:sp>
        <p:nvSpPr>
          <p:cNvPr id="80" name="Oval 79"/>
          <p:cNvSpPr/>
          <p:nvPr/>
        </p:nvSpPr>
        <p:spPr>
          <a:xfrm>
            <a:off x="6355080" y="2651760"/>
            <a:ext cx="182880" cy="182880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647688" y="260604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1st 40%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26680" y="2606040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a bank guarantee of 50% of the assistance, valid for the project period plus 12 months</a:t>
            </a:r>
          </a:p>
        </p:txBody>
      </p:sp>
      <p:sp>
        <p:nvSpPr>
          <p:cNvPr id="83" name="Oval 82"/>
          <p:cNvSpPr/>
          <p:nvPr/>
        </p:nvSpPr>
        <p:spPr>
          <a:xfrm>
            <a:off x="6355080" y="3310128"/>
            <a:ext cx="182880" cy="18288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647688" y="3264408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2nd 40%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26680" y="3264408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proof of expenditure including own share, utilisation and CA certificates, and APEDA inspection</a:t>
            </a:r>
          </a:p>
        </p:txBody>
      </p:sp>
      <p:sp>
        <p:nvSpPr>
          <p:cNvPr id="86" name="Oval 85"/>
          <p:cNvSpPr/>
          <p:nvPr/>
        </p:nvSpPr>
        <p:spPr>
          <a:xfrm>
            <a:off x="6355080" y="3968496"/>
            <a:ext cx="182880" cy="182880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647688" y="3922776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Final 20%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26680" y="3922776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On commissioning and an O&amp;M contract with end users (labs: NABL ISO 17025)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572000"/>
            <a:ext cx="5285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8A5300"/>
                </a:solidFill>
                <a:latin typeface="Arial"/>
              </a:rPr>
              <a:t>Not implemented as approved: refund with interest; bank guarantee forfeited.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49834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1" name="Oval 90"/>
          <p:cNvSpPr/>
          <p:nvPr/>
        </p:nvSpPr>
        <p:spPr>
          <a:xfrm>
            <a:off x="548640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8"/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685800" y="5276088"/>
            <a:ext cx="566928" cy="5669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508760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DPR + CE certificate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Annexure I format</a:t>
            </a:r>
          </a:p>
        </p:txBody>
      </p:sp>
      <p:sp>
        <p:nvSpPr>
          <p:cNvPr id="94" name="Oval 93"/>
          <p:cNvSpPr/>
          <p:nvPr/>
        </p:nvSpPr>
        <p:spPr>
          <a:xfrm>
            <a:off x="3378708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5" name="Picture 24"/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3515868" y="5276088"/>
            <a:ext cx="566928" cy="56692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38828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Appraisal note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bank, or own if no loan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264408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6208776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9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345936" y="5276088"/>
            <a:ext cx="566928" cy="56692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168896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Land title / 15-yr lease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encumbrance-free, with CLU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094476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102" name="Oval 101"/>
          <p:cNvSpPr/>
          <p:nvPr/>
        </p:nvSpPr>
        <p:spPr>
          <a:xfrm>
            <a:off x="9038844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2"/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9176004" y="5276088"/>
            <a:ext cx="566928" cy="56692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9998964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Separate bank account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for the grant released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924544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EAF3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548640" y="777240"/>
            <a:ext cx="11091672" cy="1463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8800" b="0">
                <a:solidFill>
                  <a:srgbClr val="174F35"/>
                </a:solidFill>
                <a:effectLst>
                  <a:outerShdw blurRad="38100" dist="38100" dir="2700000" algn="tl" rotWithShape="0">
                    <a:srgbClr val="000000">
                      <a:alpha val="35000"/>
                    </a:srgbClr>
                  </a:outerShdw>
                </a:effectLst>
                <a:latin typeface="Arial"/>
                <a:ea typeface="Arial"/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28800" y="3429000"/>
            <a:ext cx="2834640" cy="950976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120640" y="2788920"/>
            <a:ext cx="0" cy="2926080"/>
          </a:xfrm>
          <a:prstGeom prst="line">
            <a:avLst/>
          </a:prstGeom>
          <a:noFill/>
          <a:ln w="28575">
            <a:solidFill>
              <a:srgbClr val="7F8A8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394960" y="2971800"/>
            <a:ext cx="594360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394960" y="3364992"/>
            <a:ext cx="5943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394960" y="3931920"/>
            <a:ext cx="594360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Contact: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Email: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Website: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394960" y="4846320"/>
            <a:ext cx="5943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Address: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3281</Words>
  <Application>Microsoft Office PowerPoint</Application>
  <DocSecurity>0</DocSecurity>
  <PresentationFormat>Widescreen</PresentationFormat>
  <Paragraphs>306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Cambria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8</cp:revision>
  <dcterms:created xsi:type="dcterms:W3CDTF">2026-10-13T08:41:00Z</dcterms:created>
  <dcterms:modified xsi:type="dcterms:W3CDTF">2026-10-13T11:18:02Z</dcterms:modified>
</cp:coreProperties>
</file>